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51F0-CA55-42F9-04C0-05BFAB458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46B3C-643C-ACA5-41AE-712A6480C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F591C-F460-B339-75DF-27BEC86B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42B8-AE6B-8FAD-4D57-8DDAF458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A5917-140A-61DE-B27A-C46AF79D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19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CB32-47D8-FDA1-ED78-DACAE939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9F6C-734F-9F69-356A-98DD35E41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793F4-AD02-C711-A009-557CBD5B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F1B11-A1A5-E616-282D-04D952BA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E0C7-3B25-42DE-A6BB-B657735E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2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C1DA-3616-225E-478C-95D17BB6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D8BB1-1ED6-1B26-A2E0-BFD91B6D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26ED6-9336-616E-6C40-E8623FDE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92569-9505-8479-BCA9-7D2F45E0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738A-635D-2C85-66A2-1369FD97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8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32B3-2C4C-8AA5-564B-D2FFD1C3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7989D-0ECE-6AE3-9731-CE8A8FACF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ADF64-361D-D3EC-CAA3-12BDDA5C4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9774E-8D97-ED2C-7F51-6057F57A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4011D-6893-3EDC-6088-059114BB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D9C6E-062C-EE8D-F297-97C94701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06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6B128-3012-2A30-F09B-7CCF0B1A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4D35F-B297-CB7F-1F49-7A78C389E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80D31-1C31-54F9-BADF-C29760CE3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AB98E-81B9-5EEE-81A2-16822BCFB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91E02-1CA8-E8DD-57EF-EDE37CEB5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6500A-9762-863C-A907-6D6F9937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C90A7-AE64-26C7-4E2E-DE78B927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2CC19-D10C-EEF6-029B-4EC46A7C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87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5D33-0C10-2097-1582-A5CBA6AD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B1F845-9771-205F-0C56-19496A50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EE008-9533-175F-C709-0C8F2099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8D71B-CD37-8553-F937-44657311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64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111B9-065A-7FB4-09EC-A30C434E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6FDC8-234A-5726-D986-E4484391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83D1C-3F25-AE18-91D4-9DB27033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17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0053-A7ED-13EF-28C1-A3FE021B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45072-C119-0029-782D-BDCC00C16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D8D4C-8EAB-D338-CDEA-E620B6717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1D6DB-E4EF-74E4-3EA0-4E71037D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46020-8D85-ABCC-883B-F074CFE9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8620-4431-6917-4F64-86470DA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70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FAD2-DEE6-F870-3401-CFD15B6A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3A6C8-9158-5165-1BB2-59005B52C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BE4F1-15E2-53C9-F107-FC8034C60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62A61-BB55-3365-66D0-9DF74353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03176-B042-DF1C-7A1D-6ADE2479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12F25-D1A0-A38B-39BC-B89E51ED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03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6A0-2532-4437-1783-17335313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1218F-E35F-FB22-3179-64375FE2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8A119-55A2-B5D0-4A87-FF4A9413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00C2F-711F-D9CE-FF60-5292FF38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B34B9-258C-FA58-5109-E23DD4D9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73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3C2C1-0535-068D-3FFA-94529FECC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CF2D4-627A-2977-7C6C-889AB8781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8F3CE-15EF-B6C4-E59A-EF68BD2E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DAF3F-0FB9-3B86-4DF8-6215E277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1C0A-AA4D-B89F-76EB-2AC1B799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56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1BD01-31A4-EA6B-91FB-A2BF65AC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E703F-B99D-6712-3928-59505018E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1191-2534-A5BE-9D57-B9C0139CA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AE071-B871-4F9E-AC89-AF765A84B146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4896-FD23-4710-4877-AE081FE40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B9D2A-A68B-8741-6F85-B742DF208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EA37C-FED5-4BF3-9B95-9961F0E48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447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0E53D-ED8E-B81D-7F7E-909718B1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17" y="103414"/>
            <a:ext cx="7713419" cy="66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4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Christelle Michel</dc:creator>
  <cp:revision>1</cp:revision>
  <dcterms:created xsi:type="dcterms:W3CDTF">2026-01-31T17:12:33Z</dcterms:created>
  <dcterms:modified xsi:type="dcterms:W3CDTF">2026-01-31T17:14:49Z</dcterms:modified>
</cp:coreProperties>
</file>