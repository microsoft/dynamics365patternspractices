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3E3CF-3C06-4E9F-916A-2EC6041E5C60}" v="5" dt="2026-02-25T16:25:07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elle Michel" userId="3c8c4a22-1340-48b7-8cfe-8d69178e1002" providerId="ADAL" clId="{2DC27695-5F4B-489D-B654-188158259AE9}"/>
    <pc:docChg chg="undo custSel delSld modSld">
      <pc:chgData name="Christelle Michel" userId="3c8c4a22-1340-48b7-8cfe-8d69178e1002" providerId="ADAL" clId="{2DC27695-5F4B-489D-B654-188158259AE9}" dt="2026-02-25T16:25:41.326" v="57" actId="478"/>
      <pc:docMkLst>
        <pc:docMk/>
      </pc:docMkLst>
      <pc:sldChg chg="del">
        <pc:chgData name="Christelle Michel" userId="3c8c4a22-1340-48b7-8cfe-8d69178e1002" providerId="ADAL" clId="{2DC27695-5F4B-489D-B654-188158259AE9}" dt="2026-02-25T15:41:38.234" v="0" actId="2696"/>
        <pc:sldMkLst>
          <pc:docMk/>
          <pc:sldMk cId="741078665" sldId="256"/>
        </pc:sldMkLst>
      </pc:sldChg>
      <pc:sldChg chg="addSp delSp modSp mod">
        <pc:chgData name="Christelle Michel" userId="3c8c4a22-1340-48b7-8cfe-8d69178e1002" providerId="ADAL" clId="{2DC27695-5F4B-489D-B654-188158259AE9}" dt="2026-02-25T16:25:41.326" v="57" actId="478"/>
        <pc:sldMkLst>
          <pc:docMk/>
          <pc:sldMk cId="3793872682" sldId="257"/>
        </pc:sldMkLst>
        <pc:spChg chg="add del mod">
          <ac:chgData name="Christelle Michel" userId="3c8c4a22-1340-48b7-8cfe-8d69178e1002" providerId="ADAL" clId="{2DC27695-5F4B-489D-B654-188158259AE9}" dt="2026-02-25T16:23:35.241" v="41"/>
          <ac:spMkLst>
            <pc:docMk/>
            <pc:sldMk cId="3793872682" sldId="257"/>
            <ac:spMk id="2" creationId="{F77421AF-C50A-AB2C-3BA7-44C4D19EC937}"/>
          </ac:spMkLst>
        </pc:spChg>
        <pc:spChg chg="add del mod">
          <ac:chgData name="Christelle Michel" userId="3c8c4a22-1340-48b7-8cfe-8d69178e1002" providerId="ADAL" clId="{2DC27695-5F4B-489D-B654-188158259AE9}" dt="2026-02-25T16:25:41.326" v="57" actId="478"/>
          <ac:spMkLst>
            <pc:docMk/>
            <pc:sldMk cId="3793872682" sldId="257"/>
            <ac:spMk id="5" creationId="{76D308EE-6C56-FFAE-AC5E-3E13D39A6E58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8" creationId="{81D6EF9F-9F93-9BB8-18D9-36F2F3A323FA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11" creationId="{46C70E56-999F-EB45-022B-4CA629880680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17" creationId="{A5777CBA-84DC-B9AA-4F69-7CC86C3CE3B1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20" creationId="{937984FF-0D04-3760-5E2D-68F671627653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41" creationId="{FC67748B-8A1B-D89C-8DC9-B269167ACC79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43" creationId="{24CA114D-F597-5211-BC66-7F4CD6F5EB8A}"/>
          </ac:spMkLst>
        </pc:spChg>
        <pc:spChg chg="mod">
          <ac:chgData name="Christelle Michel" userId="3c8c4a22-1340-48b7-8cfe-8d69178e1002" providerId="ADAL" clId="{2DC27695-5F4B-489D-B654-188158259AE9}" dt="2026-02-25T16:24:00.661" v="44" actId="2711"/>
          <ac:spMkLst>
            <pc:docMk/>
            <pc:sldMk cId="3793872682" sldId="257"/>
            <ac:spMk id="44" creationId="{DE581AB8-DC21-72D0-C5C7-8A3A2673FBE9}"/>
          </ac:spMkLst>
        </pc:spChg>
        <pc:spChg chg="mod">
          <ac:chgData name="Christelle Michel" userId="3c8c4a22-1340-48b7-8cfe-8d69178e1002" providerId="ADAL" clId="{2DC27695-5F4B-489D-B654-188158259AE9}" dt="2026-02-25T16:24:09.776" v="45" actId="2711"/>
          <ac:spMkLst>
            <pc:docMk/>
            <pc:sldMk cId="3793872682" sldId="257"/>
            <ac:spMk id="50" creationId="{3A5693EB-91F0-E4FB-C855-DED62C42AFD9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53" creationId="{3C324A20-EE61-75BE-240F-4400C351829C}"/>
          </ac:spMkLst>
        </pc:spChg>
        <pc:spChg chg="mod">
          <ac:chgData name="Christelle Michel" userId="3c8c4a22-1340-48b7-8cfe-8d69178e1002" providerId="ADAL" clId="{2DC27695-5F4B-489D-B654-188158259AE9}" dt="2026-02-25T15:41:45.645" v="31" actId="1036"/>
          <ac:spMkLst>
            <pc:docMk/>
            <pc:sldMk cId="3793872682" sldId="257"/>
            <ac:spMk id="57" creationId="{4185155D-35A5-A1DC-0589-84D9D9FB72FB}"/>
          </ac:spMkLst>
        </pc:spChg>
        <pc:graphicFrameChg chg="add del mod modGraphic">
          <ac:chgData name="Christelle Michel" userId="3c8c4a22-1340-48b7-8cfe-8d69178e1002" providerId="ADAL" clId="{2DC27695-5F4B-489D-B654-188158259AE9}" dt="2026-02-25T16:23:35.228" v="39" actId="478"/>
          <ac:graphicFrameMkLst>
            <pc:docMk/>
            <pc:sldMk cId="3793872682" sldId="257"/>
            <ac:graphicFrameMk id="3" creationId="{B327408D-A9BD-6A33-19E1-EF425259B839}"/>
          </ac:graphicFrameMkLst>
        </pc:graphicFrameChg>
        <pc:picChg chg="mod">
          <ac:chgData name="Christelle Michel" userId="3c8c4a22-1340-48b7-8cfe-8d69178e1002" providerId="ADAL" clId="{2DC27695-5F4B-489D-B654-188158259AE9}" dt="2026-02-25T16:24:13.025" v="47" actId="1076"/>
          <ac:picMkLst>
            <pc:docMk/>
            <pc:sldMk cId="3793872682" sldId="257"/>
            <ac:picMk id="4" creationId="{F319DF0B-C223-870D-C74A-C2E609B94370}"/>
          </ac:picMkLst>
        </pc:picChg>
        <pc:picChg chg="add del mod">
          <ac:chgData name="Christelle Michel" userId="3c8c4a22-1340-48b7-8cfe-8d69178e1002" providerId="ADAL" clId="{2DC27695-5F4B-489D-B654-188158259AE9}" dt="2026-02-25T16:25:13.434" v="54" actId="478"/>
          <ac:picMkLst>
            <pc:docMk/>
            <pc:sldMk cId="3793872682" sldId="257"/>
            <ac:picMk id="6" creationId="{9D3A2DA7-CACD-0093-4B99-AF44B73C82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0EE0-9B63-D7E0-D77A-BA17A92C7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9293D-AB67-6726-B9DC-6882C44F7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ACA45-D6D3-7107-576F-AFF8068A0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0A41D-4116-C442-6535-9F5F077C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A738-F5CC-9E73-572D-415B7507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2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8156-93F9-4F17-D2B5-21CF95B0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E0837-58AD-39FD-091D-CD424DC07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61A37-A7E3-958F-8D1E-095159F7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4FE22-D157-D56B-3CFE-3E78674C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D9BC8-A746-03FA-79ED-C4AAA8B9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58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D549-944A-8549-D037-B293F71D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C5056-0D1A-C555-5207-5B085BFB8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8E24-01D4-C500-7A94-213AE621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898D4-AD69-B5D6-6902-C04E83A01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5B384-C70D-FD7C-6B47-E0730217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6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C180-CC3A-F728-3E95-B47038DF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59A3-0EE7-63C6-DB24-95532116A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8B934-B309-FA14-7B2D-4FEBB138C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1F2BA-5A09-DCE7-7DC1-874ED77E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8A286-5FB2-0B83-E845-2315AB6D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761FA-0618-4EF8-7EB2-E91AF4A4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65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B69A-B0ED-5F33-C97B-65BF1F2BE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EE643-31DA-56E7-00CB-B598FB15C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73761-7E3C-4B50-B911-078A71AA3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D4545-63E6-6264-3CD7-627EC0488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C9495-38BA-3AA5-26E5-0B42D5208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9754E-B804-35CE-0C7F-433581A3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FD406-05B3-F58B-0BBA-713E670A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AF9B5-AE26-3DB5-ACF1-CFBE29F26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47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FC46-3861-78BD-EAD5-75695C35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30B41-282D-40DD-0F97-3E723727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A6FE8-524A-F3FE-BD55-A8EE3FBA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C6594-B6EE-7AEE-98EA-02007D35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14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483129-B9B6-55A7-630A-84197B2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1EE840-F77E-8DB0-F7C4-2DCAE87D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23A73-9F86-3534-B1D1-C74B57A08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43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B79F-5FDA-8CB9-BB34-45CA4100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7CF10-1EE9-AC2D-2D60-D4CE66587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FD99A-5AB8-375B-2EE4-C570A06A0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1B7ED-94BE-37AA-16BA-F85DBAA8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9BD66-A1EA-5D3B-2F9E-418F05F5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18C3A-0460-0365-BBEA-230A2DE4F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07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2BEF-BD22-4D34-5882-59350466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A6A84B-7548-B4F8-BC48-9B8948A86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316B7-0E9C-7850-E796-4D58336B1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55DB-32F7-B474-533A-3DC8E851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6383B-7BEF-183A-A049-2D6C840B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00714-9AAF-C4AD-E75A-C2F02A82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54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39AC-FD29-7A6C-7BF3-697CE21B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515ED-E43E-2310-2C90-312B062D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C7EC6-02DB-4D40-9806-B7D7B72D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B933B-455C-DBEF-1682-462485A5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1F4FB-BDA9-B0A5-01F4-D4848466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02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00E97-1BE2-74B9-C96B-AB180DBB8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91131-5C28-0A48-AC7F-ABBB9B50D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5D2D-426F-1B8F-40F6-24AB59D4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C1C50-3453-AFF7-29CD-AB36E3B4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4DDB3-59E9-1325-2370-62E69FD1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15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3F481-7D02-CF1F-F760-C17E94765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1A9E8-2AA9-F547-08A2-78C513654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02A16-468F-7237-ECAB-B9C028942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95174-8356-4E15-A953-92C6FDAFA4D6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68D6A-F18D-8A71-0AEF-39850AA8C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77B62-1B9B-7F25-4CB2-026A8054D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C6EFF-30A7-4AC1-9A30-67E1C98AF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64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F273-AFF5-B99C-ED77-969EC4E7E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19DF0B-C223-870D-C74A-C2E609B94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" r="2673"/>
          <a:stretch/>
        </p:blipFill>
        <p:spPr>
          <a:xfrm>
            <a:off x="2105443" y="3448604"/>
            <a:ext cx="1092503" cy="11542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D6EF9F-9F93-9BB8-18D9-36F2F3A323FA}"/>
              </a:ext>
            </a:extLst>
          </p:cNvPr>
          <p:cNvSpPr txBox="1"/>
          <p:nvPr/>
        </p:nvSpPr>
        <p:spPr>
          <a:xfrm>
            <a:off x="1910508" y="4386945"/>
            <a:ext cx="17869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z="1100" dirty="0">
                <a:ln w="3175">
                  <a:noFill/>
                </a:ln>
                <a:solidFill>
                  <a:prstClr val="black"/>
                </a:solidFill>
                <a:latin typeface="Aptos" panose="020B0004020202020204" pitchFamily="34" charset="0"/>
                <a:cs typeface="Segoe UI Semibold"/>
              </a:rPr>
              <a:t>Microsoft Copilot Studio</a:t>
            </a:r>
            <a:endParaRPr lang="en-CA" sz="1100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096CF3-15BA-896D-3B0F-429E8AAF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815" y="1459105"/>
            <a:ext cx="567399" cy="5673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C70E56-999F-EB45-022B-4CA629880680}"/>
              </a:ext>
            </a:extLst>
          </p:cNvPr>
          <p:cNvSpPr txBox="1"/>
          <p:nvPr/>
        </p:nvSpPr>
        <p:spPr>
          <a:xfrm>
            <a:off x="2097852" y="2065990"/>
            <a:ext cx="15113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 Semibold"/>
              </a:rPr>
              <a:t>Microsoft Teams</a:t>
            </a:r>
            <a:endParaRPr kumimoji="0" lang="en-CA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777CBA-84DC-B9AA-4F69-7CC86C3CE3B1}"/>
              </a:ext>
            </a:extLst>
          </p:cNvPr>
          <p:cNvSpPr/>
          <p:nvPr/>
        </p:nvSpPr>
        <p:spPr>
          <a:xfrm>
            <a:off x="4309005" y="3636333"/>
            <a:ext cx="1957819" cy="7560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Dynamics 365 ERP MCP Server</a:t>
            </a:r>
          </a:p>
          <a:p>
            <a:pPr algn="ctr"/>
            <a:r>
              <a:rPr lang="en-GB" sz="1200" dirty="0"/>
              <a:t>(Model Context Protocol)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984FF-0D04-3760-5E2D-68F671627653}"/>
              </a:ext>
            </a:extLst>
          </p:cNvPr>
          <p:cNvSpPr txBox="1"/>
          <p:nvPr/>
        </p:nvSpPr>
        <p:spPr>
          <a:xfrm>
            <a:off x="7255325" y="4270189"/>
            <a:ext cx="2279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z="1100" dirty="0">
                <a:ln w="3175">
                  <a:noFill/>
                </a:ln>
                <a:solidFill>
                  <a:prstClr val="black"/>
                </a:solidFill>
                <a:latin typeface="Aptos" panose="020B0004020202020204" pitchFamily="34" charset="0"/>
                <a:cs typeface="Segoe UI Semibold"/>
              </a:rPr>
              <a:t>Supply Chain Management</a:t>
            </a:r>
            <a:endParaRPr lang="en-CA" sz="1100" dirty="0">
              <a:solidFill>
                <a:prstClr val="black"/>
              </a:solidFill>
              <a:latin typeface="Aptos" panose="02110004020202020204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9627C5-7062-9A67-2F9E-B54B481C5483}"/>
              </a:ext>
            </a:extLst>
          </p:cNvPr>
          <p:cNvCxnSpPr>
            <a:cxnSpLocks/>
          </p:cNvCxnSpPr>
          <p:nvPr/>
        </p:nvCxnSpPr>
        <p:spPr>
          <a:xfrm>
            <a:off x="3524036" y="4027462"/>
            <a:ext cx="585627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F3C0D3-7E6A-426B-8451-5CCEE0A4B68B}"/>
              </a:ext>
            </a:extLst>
          </p:cNvPr>
          <p:cNvCxnSpPr/>
          <p:nvPr/>
        </p:nvCxnSpPr>
        <p:spPr>
          <a:xfrm>
            <a:off x="6307521" y="4035975"/>
            <a:ext cx="791110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E765D2-2B96-57D9-39A0-2EDE7BDA0C2E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2722651" y="2613163"/>
            <a:ext cx="0" cy="62093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F9C6E8-F76F-E1A1-04B2-C2640026866B}"/>
              </a:ext>
            </a:extLst>
          </p:cNvPr>
          <p:cNvCxnSpPr>
            <a:cxnSpLocks/>
          </p:cNvCxnSpPr>
          <p:nvPr/>
        </p:nvCxnSpPr>
        <p:spPr>
          <a:xfrm flipH="1" flipV="1">
            <a:off x="3522350" y="1947836"/>
            <a:ext cx="3719215" cy="16121"/>
          </a:xfrm>
          <a:prstGeom prst="straightConnector1">
            <a:avLst/>
          </a:prstGeom>
          <a:ln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77A534-7D6B-48A6-8754-246635A26B56}"/>
              </a:ext>
            </a:extLst>
          </p:cNvPr>
          <p:cNvCxnSpPr>
            <a:cxnSpLocks/>
          </p:cNvCxnSpPr>
          <p:nvPr/>
        </p:nvCxnSpPr>
        <p:spPr>
          <a:xfrm>
            <a:off x="8245109" y="2541571"/>
            <a:ext cx="0" cy="62093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C67748B-8A1B-D89C-8DC9-B269167ACC79}"/>
              </a:ext>
            </a:extLst>
          </p:cNvPr>
          <p:cNvSpPr txBox="1"/>
          <p:nvPr/>
        </p:nvSpPr>
        <p:spPr>
          <a:xfrm>
            <a:off x="7593391" y="2106961"/>
            <a:ext cx="15113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 Semibold"/>
              </a:rPr>
              <a:t>Power Automate</a:t>
            </a:r>
            <a:endParaRPr kumimoji="0" lang="en-CA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CA114D-F597-5211-BC66-7F4CD6F5EB8A}"/>
              </a:ext>
            </a:extLst>
          </p:cNvPr>
          <p:cNvSpPr txBox="1"/>
          <p:nvPr/>
        </p:nvSpPr>
        <p:spPr>
          <a:xfrm>
            <a:off x="1520575" y="3234097"/>
            <a:ext cx="2404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Purchase assistant agent</a:t>
            </a:r>
            <a:endParaRPr lang="en-GB" sz="1200" dirty="0"/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Build with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581AB8-DC21-72D0-C5C7-8A3A2673FBE9}"/>
              </a:ext>
            </a:extLst>
          </p:cNvPr>
          <p:cNvSpPr txBox="1"/>
          <p:nvPr/>
        </p:nvSpPr>
        <p:spPr>
          <a:xfrm>
            <a:off x="4096596" y="1705511"/>
            <a:ext cx="3055427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100" b="0" i="0" dirty="0">
                <a:effectLst/>
              </a:rPr>
              <a:t>Approval </a:t>
            </a:r>
            <a:r>
              <a:rPr lang="en-GB" sz="1100" dirty="0"/>
              <a:t>outcome</a:t>
            </a:r>
            <a:r>
              <a:rPr lang="en-GB" sz="1100" b="0" i="0" dirty="0">
                <a:effectLst/>
              </a:rPr>
              <a:t> notification (informational)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5693EB-91F0-E4FB-C855-DED62C42AFD9}"/>
              </a:ext>
            </a:extLst>
          </p:cNvPr>
          <p:cNvSpPr txBox="1"/>
          <p:nvPr/>
        </p:nvSpPr>
        <p:spPr>
          <a:xfrm>
            <a:off x="7255325" y="4584826"/>
            <a:ext cx="2404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0" dirty="0">
                <a:effectLst/>
                <a:latin typeface="+mj-lt"/>
              </a:rPr>
              <a:t>Approval handled by standard Dynamics 365 workflow</a:t>
            </a:r>
          </a:p>
          <a:p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324A20-EE61-75BE-240F-4400C351829C}"/>
              </a:ext>
            </a:extLst>
          </p:cNvPr>
          <p:cNvSpPr txBox="1"/>
          <p:nvPr/>
        </p:nvSpPr>
        <p:spPr>
          <a:xfrm>
            <a:off x="1690160" y="2279961"/>
            <a:ext cx="24801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Agent channel (conversation)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185155D-35A5-A1DC-0589-84D9D9FB72FB}"/>
              </a:ext>
            </a:extLst>
          </p:cNvPr>
          <p:cNvSpPr/>
          <p:nvPr/>
        </p:nvSpPr>
        <p:spPr>
          <a:xfrm>
            <a:off x="7152023" y="3299281"/>
            <a:ext cx="2269380" cy="19418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0" name="Picture 59" descr="A blue and white logo&#10;&#10;AI-generated content may be incorrect.">
            <a:extLst>
              <a:ext uri="{FF2B5EF4-FFF2-40B4-BE49-F238E27FC236}">
                <a16:creationId xmlns:a16="http://schemas.microsoft.com/office/drawing/2014/main" id="{80C7A41B-0609-623A-D939-4A7D5C018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811" y="1471041"/>
            <a:ext cx="707447" cy="679884"/>
          </a:xfrm>
          <a:prstGeom prst="rect">
            <a:avLst/>
          </a:prstGeom>
        </p:spPr>
      </p:pic>
      <p:pic>
        <p:nvPicPr>
          <p:cNvPr id="62" name="Picture 61" descr="A blue and white logo&#10;&#10;AI-generated content may be incorrect.">
            <a:extLst>
              <a:ext uri="{FF2B5EF4-FFF2-40B4-BE49-F238E27FC236}">
                <a16:creationId xmlns:a16="http://schemas.microsoft.com/office/drawing/2014/main" id="{25307C9A-9988-B58F-2F13-4F36E143D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303" y="3573904"/>
            <a:ext cx="721612" cy="66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43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Christelle Michel</dc:creator>
  <cp:lastModifiedBy>Christelle Michel</cp:lastModifiedBy>
  <cp:revision>1</cp:revision>
  <dcterms:created xsi:type="dcterms:W3CDTF">2026-02-25T12:20:16Z</dcterms:created>
  <dcterms:modified xsi:type="dcterms:W3CDTF">2026-02-25T16:25:43Z</dcterms:modified>
</cp:coreProperties>
</file>