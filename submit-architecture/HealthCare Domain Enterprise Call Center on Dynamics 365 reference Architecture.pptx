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bey, Rahul" userId="003385f9-b20e-453a-a681-a8cd9888d9d0" providerId="ADAL" clId="{B29D1916-EC82-4CD3-B295-A58D3A33D50B}"/>
    <pc:docChg chg="custSel delSld delMainMaster modMainMaster">
      <pc:chgData name="Dubey, Rahul" userId="003385f9-b20e-453a-a681-a8cd9888d9d0" providerId="ADAL" clId="{B29D1916-EC82-4CD3-B295-A58D3A33D50B}" dt="2026-03-24T07:31:28.377" v="8" actId="478"/>
      <pc:docMkLst>
        <pc:docMk/>
      </pc:docMkLst>
      <pc:sldChg chg="del">
        <pc:chgData name="Dubey, Rahul" userId="003385f9-b20e-453a-a681-a8cd9888d9d0" providerId="ADAL" clId="{B29D1916-EC82-4CD3-B295-A58D3A33D50B}" dt="2026-03-24T07:30:41.897" v="0" actId="47"/>
        <pc:sldMkLst>
          <pc:docMk/>
          <pc:sldMk cId="868130664" sldId="256"/>
        </pc:sldMkLst>
      </pc:sldChg>
      <pc:sldChg chg="del">
        <pc:chgData name="Dubey, Rahul" userId="003385f9-b20e-453a-a681-a8cd9888d9d0" providerId="ADAL" clId="{B29D1916-EC82-4CD3-B295-A58D3A33D50B}" dt="2026-03-24T07:30:47.118" v="2" actId="47"/>
        <pc:sldMkLst>
          <pc:docMk/>
          <pc:sldMk cId="3972079258" sldId="277"/>
        </pc:sldMkLst>
      </pc:sldChg>
      <pc:sldChg chg="del">
        <pc:chgData name="Dubey, Rahul" userId="003385f9-b20e-453a-a681-a8cd9888d9d0" providerId="ADAL" clId="{B29D1916-EC82-4CD3-B295-A58D3A33D50B}" dt="2026-03-24T07:30:45.186" v="1" actId="47"/>
        <pc:sldMkLst>
          <pc:docMk/>
          <pc:sldMk cId="267039641" sldId="2146847677"/>
        </pc:sldMkLst>
      </pc:sldChg>
      <pc:sldChg chg="del">
        <pc:chgData name="Dubey, Rahul" userId="003385f9-b20e-453a-a681-a8cd9888d9d0" providerId="ADAL" clId="{B29D1916-EC82-4CD3-B295-A58D3A33D50B}" dt="2026-03-24T07:30:48.774" v="3" actId="47"/>
        <pc:sldMkLst>
          <pc:docMk/>
          <pc:sldMk cId="2711474514" sldId="2146847678"/>
        </pc:sldMkLst>
      </pc:sldChg>
      <pc:sldChg chg="del">
        <pc:chgData name="Dubey, Rahul" userId="003385f9-b20e-453a-a681-a8cd9888d9d0" providerId="ADAL" clId="{B29D1916-EC82-4CD3-B295-A58D3A33D50B}" dt="2026-03-24T07:30:49.463" v="4" actId="47"/>
        <pc:sldMkLst>
          <pc:docMk/>
          <pc:sldMk cId="1296640503" sldId="2146847679"/>
        </pc:sldMkLst>
      </pc:sldChg>
      <pc:sldMasterChg chg="del delSldLayout">
        <pc:chgData name="Dubey, Rahul" userId="003385f9-b20e-453a-a681-a8cd9888d9d0" providerId="ADAL" clId="{B29D1916-EC82-4CD3-B295-A58D3A33D50B}" dt="2026-03-24T07:30:49.463" v="4" actId="47"/>
        <pc:sldMasterMkLst>
          <pc:docMk/>
          <pc:sldMasterMk cId="155835138" sldId="2147483660"/>
        </pc:sldMasterMkLst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3625237559" sldId="2147483661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2618129974" sldId="2147483662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2684631514" sldId="2147483663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2480892671" sldId="2147483664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3146736598" sldId="2147483665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235482026" sldId="2147483666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1305428607" sldId="2147483667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515329576" sldId="2147483668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438848958" sldId="2147483669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1572132369" sldId="2147483670"/>
          </pc:sldLayoutMkLst>
        </pc:sldLayoutChg>
        <pc:sldLayoutChg chg="del">
          <pc:chgData name="Dubey, Rahul" userId="003385f9-b20e-453a-a681-a8cd9888d9d0" providerId="ADAL" clId="{B29D1916-EC82-4CD3-B295-A58D3A33D50B}" dt="2026-03-24T07:30:49.463" v="4" actId="47"/>
          <pc:sldLayoutMkLst>
            <pc:docMk/>
            <pc:sldMasterMk cId="155835138" sldId="2147483660"/>
            <pc:sldLayoutMk cId="985902815" sldId="2147483671"/>
          </pc:sldLayoutMkLst>
        </pc:sldLayoutChg>
      </pc:sldMasterChg>
      <pc:sldMasterChg chg="delSp modSp mod">
        <pc:chgData name="Dubey, Rahul" userId="003385f9-b20e-453a-a681-a8cd9888d9d0" providerId="ADAL" clId="{B29D1916-EC82-4CD3-B295-A58D3A33D50B}" dt="2026-03-24T07:31:28.377" v="8" actId="478"/>
        <pc:sldMasterMkLst>
          <pc:docMk/>
          <pc:sldMasterMk cId="3713136439" sldId="2147483672"/>
        </pc:sldMasterMkLst>
        <pc:spChg chg="del mod">
          <ac:chgData name="Dubey, Rahul" userId="003385f9-b20e-453a-a681-a8cd9888d9d0" providerId="ADAL" clId="{B29D1916-EC82-4CD3-B295-A58D3A33D50B}" dt="2026-03-24T07:31:26.595" v="7" actId="478"/>
          <ac:spMkLst>
            <pc:docMk/>
            <pc:sldMasterMk cId="3713136439" sldId="2147483672"/>
            <ac:spMk id="24" creationId="{770EFDC9-5DD5-4A81-A181-1272E8F098C7}"/>
          </ac:spMkLst>
        </pc:spChg>
        <pc:spChg chg="del">
          <ac:chgData name="Dubey, Rahul" userId="003385f9-b20e-453a-a681-a8cd9888d9d0" providerId="ADAL" clId="{B29D1916-EC82-4CD3-B295-A58D3A33D50B}" dt="2026-03-24T07:31:28.377" v="8" actId="478"/>
          <ac:spMkLst>
            <pc:docMk/>
            <pc:sldMasterMk cId="3713136439" sldId="2147483672"/>
            <ac:spMk id="25" creationId="{92857830-2F82-4104-9DED-4C213855AA9B}"/>
          </ac:spMkLst>
        </pc:spChg>
        <pc:picChg chg="del">
          <ac:chgData name="Dubey, Rahul" userId="003385f9-b20e-453a-a681-a8cd9888d9d0" providerId="ADAL" clId="{B29D1916-EC82-4CD3-B295-A58D3A33D50B}" dt="2026-03-24T07:31:23.093" v="5" actId="478"/>
          <ac:picMkLst>
            <pc:docMk/>
            <pc:sldMasterMk cId="3713136439" sldId="2147483672"/>
            <ac:picMk id="27" creationId="{3DE45E54-C75E-2442-B65B-75CB35B3E217}"/>
          </ac:picMkLst>
        </pc:picChg>
      </pc:sldMasterChg>
      <pc:sldMasterChg chg="del delSldLayout">
        <pc:chgData name="Dubey, Rahul" userId="003385f9-b20e-453a-a681-a8cd9888d9d0" providerId="ADAL" clId="{B29D1916-EC82-4CD3-B295-A58D3A33D50B}" dt="2026-03-24T07:30:47.118" v="2" actId="47"/>
        <pc:sldMasterMkLst>
          <pc:docMk/>
          <pc:sldMasterMk cId="467639263" sldId="2147483678"/>
        </pc:sldMasterMkLst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077649424" sldId="2147483679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231883357" sldId="2147483680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718253051" sldId="2147483681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90749953" sldId="2147483682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588794017" sldId="2147483683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656710288" sldId="2147483684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209727169" sldId="2147483685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411576394" sldId="2147483686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1182562666" sldId="2147483687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004650871" sldId="2147483688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651975790" sldId="2147483689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1967340544" sldId="2147483690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1673599885" sldId="2147483691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546500199" sldId="2147483692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267282981" sldId="2147483693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2570997248" sldId="2147483694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155438993" sldId="2147483695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978336897" sldId="2147483696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340495898" sldId="2147483697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4222305186" sldId="2147483698"/>
          </pc:sldLayoutMkLst>
        </pc:sldLayoutChg>
        <pc:sldLayoutChg chg="del">
          <pc:chgData name="Dubey, Rahul" userId="003385f9-b20e-453a-a681-a8cd9888d9d0" providerId="ADAL" clId="{B29D1916-EC82-4CD3-B295-A58D3A33D50B}" dt="2026-03-24T07:30:47.118" v="2" actId="47"/>
          <pc:sldLayoutMkLst>
            <pc:docMk/>
            <pc:sldMasterMk cId="467639263" sldId="2147483678"/>
            <pc:sldLayoutMk cId="1531296670" sldId="2147483699"/>
          </pc:sldLayoutMkLst>
        </pc:sldLayoutChg>
        <pc:sldLayoutChg chg="del">
          <pc:chgData name="Dubey, Rahul" userId="003385f9-b20e-453a-a681-a8cd9888d9d0" providerId="ADAL" clId="{B29D1916-EC82-4CD3-B295-A58D3A33D50B}" dt="2026-03-24T07:30:45.186" v="1" actId="47"/>
          <pc:sldLayoutMkLst>
            <pc:docMk/>
            <pc:sldMasterMk cId="467639263" sldId="2147483678"/>
            <pc:sldLayoutMk cId="1737429109" sldId="214748370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F7D90-E783-4310-9745-374D50E2408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289FA-FDA1-4E0F-83F4-81C1A0DD4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0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wave cover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7A9DE5B-A4E0-A44F-B6BF-BBC6726F4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4" y="2275220"/>
            <a:ext cx="10848975" cy="1363399"/>
          </a:xfrm>
          <a:prstGeom prst="rect">
            <a:avLst/>
          </a:prstGeom>
        </p:spPr>
        <p:txBody>
          <a:bodyPr anchor="b"/>
          <a:lstStyle>
            <a:lvl1pPr>
              <a:defRPr sz="48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Headline text – Cover slide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4CEE6339-B898-8448-83C0-DD2C637A10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174" y="3825875"/>
            <a:ext cx="10848975" cy="738188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12218648" y="576694"/>
            <a:ext cx="155791" cy="527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12218648" y="1153388"/>
            <a:ext cx="155791" cy="527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12215747" y="2306776"/>
            <a:ext cx="155791" cy="527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12215747" y="4036858"/>
            <a:ext cx="155791" cy="527538"/>
          </a:xfrm>
          <a:prstGeom prst="rect">
            <a:avLst/>
          </a:prstGeom>
          <a:solidFill>
            <a:srgbClr val="006EC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12215747" y="1730082"/>
            <a:ext cx="155791" cy="527538"/>
          </a:xfrm>
          <a:prstGeom prst="rect">
            <a:avLst/>
          </a:prstGeom>
          <a:solidFill>
            <a:srgbClr val="890078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/>
          <p:cNvSpPr/>
          <p:nvPr userDrawn="1"/>
        </p:nvSpPr>
        <p:spPr>
          <a:xfrm>
            <a:off x="12382950" y="576694"/>
            <a:ext cx="155791" cy="527538"/>
          </a:xfrm>
          <a:prstGeom prst="rect">
            <a:avLst/>
          </a:prstGeom>
          <a:solidFill>
            <a:srgbClr val="A5064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/>
          <p:cNvSpPr/>
          <p:nvPr userDrawn="1"/>
        </p:nvSpPr>
        <p:spPr>
          <a:xfrm>
            <a:off x="12382950" y="1153388"/>
            <a:ext cx="155791" cy="527538"/>
          </a:xfrm>
          <a:prstGeom prst="rect">
            <a:avLst/>
          </a:prstGeom>
          <a:solidFill>
            <a:srgbClr val="9E120E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12380049" y="2306776"/>
            <a:ext cx="155791" cy="527538"/>
          </a:xfrm>
          <a:prstGeom prst="rect">
            <a:avLst/>
          </a:prstGeom>
          <a:solidFill>
            <a:srgbClr val="E6A61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12380049" y="2883470"/>
            <a:ext cx="155791" cy="527538"/>
          </a:xfrm>
          <a:prstGeom prst="rect">
            <a:avLst/>
          </a:prstGeom>
          <a:solidFill>
            <a:srgbClr val="05732A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/>
          <p:cNvSpPr/>
          <p:nvPr userDrawn="1"/>
        </p:nvSpPr>
        <p:spPr>
          <a:xfrm>
            <a:off x="12380049" y="3460164"/>
            <a:ext cx="155791" cy="527538"/>
          </a:xfrm>
          <a:prstGeom prst="rect">
            <a:avLst/>
          </a:prstGeom>
          <a:solidFill>
            <a:srgbClr val="005F6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/>
          <p:cNvSpPr/>
          <p:nvPr userDrawn="1"/>
        </p:nvSpPr>
        <p:spPr>
          <a:xfrm>
            <a:off x="12380049" y="4036858"/>
            <a:ext cx="155791" cy="527538"/>
          </a:xfrm>
          <a:prstGeom prst="rect">
            <a:avLst/>
          </a:prstGeom>
          <a:solidFill>
            <a:srgbClr val="05508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12380049" y="1730082"/>
            <a:ext cx="155791" cy="527538"/>
          </a:xfrm>
          <a:prstGeom prst="rect">
            <a:avLst/>
          </a:prstGeom>
          <a:solidFill>
            <a:srgbClr val="5A145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12218648" y="0"/>
            <a:ext cx="155791" cy="5275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12382950" y="0"/>
            <a:ext cx="155791" cy="527538"/>
          </a:xfrm>
          <a:prstGeom prst="rect">
            <a:avLst/>
          </a:prstGeom>
          <a:solidFill>
            <a:srgbClr val="CC46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/>
          <p:cNvSpPr/>
          <p:nvPr userDrawn="1"/>
        </p:nvSpPr>
        <p:spPr>
          <a:xfrm>
            <a:off x="12215747" y="2883470"/>
            <a:ext cx="155791" cy="5275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/>
          <p:cNvSpPr/>
          <p:nvPr userDrawn="1"/>
        </p:nvSpPr>
        <p:spPr>
          <a:xfrm>
            <a:off x="12215747" y="3460164"/>
            <a:ext cx="155791" cy="527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2728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691375" y="1718912"/>
            <a:ext cx="10783229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1376" y="390719"/>
            <a:ext cx="10783229" cy="9983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2C7DF-21F8-7F43-AF2B-D19C00A05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55189" y="6400099"/>
            <a:ext cx="438831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0EE23A24-5E29-4F5A-B780-9568AE9A51D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414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B60FD0-84E2-E946-0DC2-BD88C11D8C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4388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AFC090D-7398-6B2D-076F-6815652569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2973" y="769740"/>
            <a:ext cx="11496127" cy="31325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C2202E12-3F8F-F7B9-0055-B3D7F6D48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903" y="381001"/>
            <a:ext cx="11494197" cy="313251"/>
          </a:xfrm>
          <a:prstGeom prst="rect">
            <a:avLst/>
          </a:prstGeom>
        </p:spPr>
        <p:txBody>
          <a:bodyPr lIns="0" tIns="0" bIns="0"/>
          <a:lstStyle>
            <a:lvl1pPr>
              <a:lnSpc>
                <a:spcPct val="80000"/>
              </a:lnSpc>
              <a:defRPr sz="2000" cap="none">
                <a:solidFill>
                  <a:srgbClr val="006666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05A82D-3FA9-8752-6FF3-954939BECB33}"/>
              </a:ext>
            </a:extLst>
          </p:cNvPr>
          <p:cNvCxnSpPr>
            <a:cxnSpLocks/>
          </p:cNvCxnSpPr>
          <p:nvPr userDrawn="1"/>
        </p:nvCxnSpPr>
        <p:spPr>
          <a:xfrm>
            <a:off x="955424" y="6575616"/>
            <a:ext cx="0" cy="16531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9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051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960792" y="842838"/>
            <a:ext cx="10270415" cy="5311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60792" y="56771"/>
            <a:ext cx="10270415" cy="603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B404B5-8474-411C-B288-DD4B1ACBC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1207" y="6356350"/>
            <a:ext cx="495656" cy="365125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847DB54-D037-B84F-B6F1-2E8DA40D09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138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01753"/>
            <a:ext cx="10608453" cy="6923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4896" y="6463128"/>
            <a:ext cx="805810" cy="171476"/>
          </a:xfrm>
          <a:prstGeom prst="rect">
            <a:avLst/>
          </a:prstGeom>
        </p:spPr>
        <p:txBody>
          <a:bodyPr lIns="121899" tIns="60949" rIns="121899" bIns="60949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53D444E-A2ED-4222-9707-4D08CB8191A9}" type="slidenum">
              <a:rPr lang="en-US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53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58DE76C-BE08-874D-89E5-86F2CB5A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90719"/>
            <a:ext cx="10789921" cy="9983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03EF9A9-1084-A048-BA5E-600BDC189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5" y="1524000"/>
            <a:ext cx="1078992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ADD8B0-8C25-234B-ADCE-7E0BFFB2AA87}"/>
              </a:ext>
            </a:extLst>
          </p:cNvPr>
          <p:cNvSpPr/>
          <p:nvPr userDrawn="1"/>
        </p:nvSpPr>
        <p:spPr>
          <a:xfrm>
            <a:off x="694944" y="0"/>
            <a:ext cx="10789920" cy="45719"/>
          </a:xfrm>
          <a:prstGeom prst="rect">
            <a:avLst/>
          </a:prstGeom>
          <a:gradFill>
            <a:gsLst>
              <a:gs pos="80000">
                <a:srgbClr val="FF5800"/>
              </a:gs>
              <a:gs pos="0">
                <a:srgbClr val="FFD700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12218648" y="576694"/>
            <a:ext cx="155791" cy="527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12218648" y="1153388"/>
            <a:ext cx="155791" cy="5275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12215747" y="2306776"/>
            <a:ext cx="155791" cy="527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12215747" y="4036858"/>
            <a:ext cx="155791" cy="527538"/>
          </a:xfrm>
          <a:prstGeom prst="rect">
            <a:avLst/>
          </a:prstGeom>
          <a:solidFill>
            <a:srgbClr val="006EC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12215747" y="1730082"/>
            <a:ext cx="155791" cy="527538"/>
          </a:xfrm>
          <a:prstGeom prst="rect">
            <a:avLst/>
          </a:prstGeom>
          <a:solidFill>
            <a:srgbClr val="890078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/>
          <p:cNvSpPr/>
          <p:nvPr userDrawn="1"/>
        </p:nvSpPr>
        <p:spPr>
          <a:xfrm>
            <a:off x="12382950" y="576694"/>
            <a:ext cx="155791" cy="527538"/>
          </a:xfrm>
          <a:prstGeom prst="rect">
            <a:avLst/>
          </a:prstGeom>
          <a:solidFill>
            <a:srgbClr val="A5064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/>
          <p:cNvSpPr/>
          <p:nvPr userDrawn="1"/>
        </p:nvSpPr>
        <p:spPr>
          <a:xfrm>
            <a:off x="12382950" y="1153388"/>
            <a:ext cx="155791" cy="527538"/>
          </a:xfrm>
          <a:prstGeom prst="rect">
            <a:avLst/>
          </a:prstGeom>
          <a:solidFill>
            <a:srgbClr val="9E120E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12380049" y="2306776"/>
            <a:ext cx="155791" cy="527538"/>
          </a:xfrm>
          <a:prstGeom prst="rect">
            <a:avLst/>
          </a:prstGeom>
          <a:solidFill>
            <a:srgbClr val="E6A61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/>
          <p:cNvSpPr/>
          <p:nvPr userDrawn="1"/>
        </p:nvSpPr>
        <p:spPr>
          <a:xfrm>
            <a:off x="12380049" y="2883470"/>
            <a:ext cx="155791" cy="527538"/>
          </a:xfrm>
          <a:prstGeom prst="rect">
            <a:avLst/>
          </a:prstGeom>
          <a:solidFill>
            <a:srgbClr val="05732A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12380049" y="3460164"/>
            <a:ext cx="155791" cy="527538"/>
          </a:xfrm>
          <a:prstGeom prst="rect">
            <a:avLst/>
          </a:prstGeom>
          <a:solidFill>
            <a:srgbClr val="005F6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12380049" y="4036858"/>
            <a:ext cx="155791" cy="527538"/>
          </a:xfrm>
          <a:prstGeom prst="rect">
            <a:avLst/>
          </a:prstGeom>
          <a:solidFill>
            <a:srgbClr val="05508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/>
          <p:cNvSpPr/>
          <p:nvPr userDrawn="1"/>
        </p:nvSpPr>
        <p:spPr>
          <a:xfrm>
            <a:off x="12380049" y="1730082"/>
            <a:ext cx="155791" cy="527538"/>
          </a:xfrm>
          <a:prstGeom prst="rect">
            <a:avLst/>
          </a:prstGeom>
          <a:solidFill>
            <a:srgbClr val="5A145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/>
          <p:cNvSpPr/>
          <p:nvPr userDrawn="1"/>
        </p:nvSpPr>
        <p:spPr>
          <a:xfrm>
            <a:off x="12218648" y="0"/>
            <a:ext cx="155791" cy="5275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12382950" y="0"/>
            <a:ext cx="155791" cy="527538"/>
          </a:xfrm>
          <a:prstGeom prst="rect">
            <a:avLst/>
          </a:prstGeom>
          <a:solidFill>
            <a:srgbClr val="CC46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/>
          <p:cNvSpPr/>
          <p:nvPr userDrawn="1"/>
        </p:nvSpPr>
        <p:spPr>
          <a:xfrm>
            <a:off x="12215747" y="2883470"/>
            <a:ext cx="155791" cy="5275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/>
          <p:cNvSpPr/>
          <p:nvPr userDrawn="1"/>
        </p:nvSpPr>
        <p:spPr>
          <a:xfrm>
            <a:off x="12215747" y="3460164"/>
            <a:ext cx="155791" cy="5275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313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egoe UI Semibold" panose="020B0502040204020203" pitchFamily="34" charset="0"/>
          <a:ea typeface="Segoe UI Semibold" panose="020B0502040204020203" pitchFamily="34" charset="0"/>
          <a:cs typeface="Segoe UI Semibold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Segoe UI Light" charset="0"/>
          <a:ea typeface="Segoe UI Light" charset="0"/>
          <a:cs typeface="Segoe UI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emf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58CA2E-D036-9B98-EAFB-EA0F6B237EFF}"/>
              </a:ext>
            </a:extLst>
          </p:cNvPr>
          <p:cNvSpPr/>
          <p:nvPr/>
        </p:nvSpPr>
        <p:spPr>
          <a:xfrm>
            <a:off x="2587876" y="2006700"/>
            <a:ext cx="5680186" cy="2537952"/>
          </a:xfrm>
          <a:prstGeom prst="roundRect">
            <a:avLst>
              <a:gd name="adj" fmla="val 5964"/>
            </a:avLst>
          </a:prstGeom>
          <a:noFill/>
          <a:ln w="12700" cap="flat" cmpd="sng" algn="ctr">
            <a:solidFill>
              <a:srgbClr val="7030A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B1562-CD7A-A04E-DCF2-1EE335624DE4}"/>
              </a:ext>
            </a:extLst>
          </p:cNvPr>
          <p:cNvSpPr txBox="1"/>
          <p:nvPr/>
        </p:nvSpPr>
        <p:spPr>
          <a:xfrm>
            <a:off x="2783626" y="2363691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Centralized Customer Profile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10B7D-6A7F-89A5-8021-33D1BA52A60F}"/>
              </a:ext>
            </a:extLst>
          </p:cNvPr>
          <p:cNvSpPr txBox="1"/>
          <p:nvPr/>
        </p:nvSpPr>
        <p:spPr>
          <a:xfrm>
            <a:off x="2783626" y="2904937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Business Process Flow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39EB9C-6923-29A2-7807-E0821371A6AA}"/>
              </a:ext>
            </a:extLst>
          </p:cNvPr>
          <p:cNvSpPr txBox="1"/>
          <p:nvPr/>
        </p:nvSpPr>
        <p:spPr>
          <a:xfrm>
            <a:off x="6438455" y="2375883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Apple Message for Business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98EEE-2D01-BE5F-D6FA-B24BEE5749E7}"/>
              </a:ext>
            </a:extLst>
          </p:cNvPr>
          <p:cNvSpPr txBox="1"/>
          <p:nvPr/>
        </p:nvSpPr>
        <p:spPr>
          <a:xfrm>
            <a:off x="6437585" y="2913434"/>
            <a:ext cx="169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Live Chat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622A96-3493-B9CF-3977-ED8EFE5F2B89}"/>
              </a:ext>
            </a:extLst>
          </p:cNvPr>
          <p:cNvSpPr txBox="1"/>
          <p:nvPr/>
        </p:nvSpPr>
        <p:spPr>
          <a:xfrm>
            <a:off x="2783626" y="3175560"/>
            <a:ext cx="169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Queue Management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F67C0-1016-3712-D0BF-578144988F65}"/>
              </a:ext>
            </a:extLst>
          </p:cNvPr>
          <p:cNvSpPr txBox="1"/>
          <p:nvPr/>
        </p:nvSpPr>
        <p:spPr>
          <a:xfrm>
            <a:off x="6437476" y="2646506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Co-Pilot studio(PVA)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F6E6A4-BA7C-692C-6946-869D3B7D55B4}"/>
              </a:ext>
            </a:extLst>
          </p:cNvPr>
          <p:cNvSpPr txBox="1"/>
          <p:nvPr/>
        </p:nvSpPr>
        <p:spPr>
          <a:xfrm>
            <a:off x="2783626" y="2634314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Centralized Case Management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pic>
        <p:nvPicPr>
          <p:cNvPr id="23" name="Picture 10" descr="What is Dataverse?">
            <a:extLst>
              <a:ext uri="{FF2B5EF4-FFF2-40B4-BE49-F238E27FC236}">
                <a16:creationId xmlns:a16="http://schemas.microsoft.com/office/drawing/2014/main" id="{1BC8CF28-81BE-F052-8971-819AB4D38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436" y="4643853"/>
            <a:ext cx="790436" cy="69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0E5575A-B803-E85F-F4FE-BB44798B7D6C}"/>
              </a:ext>
            </a:extLst>
          </p:cNvPr>
          <p:cNvSpPr txBox="1"/>
          <p:nvPr/>
        </p:nvSpPr>
        <p:spPr>
          <a:xfrm>
            <a:off x="3808634" y="2092838"/>
            <a:ext cx="15663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1A5542-EFC1-0F89-BFB0-7311237AB054}"/>
              </a:ext>
            </a:extLst>
          </p:cNvPr>
          <p:cNvSpPr txBox="1"/>
          <p:nvPr/>
        </p:nvSpPr>
        <p:spPr>
          <a:xfrm>
            <a:off x="6605497" y="2066323"/>
            <a:ext cx="11971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" panose="020B0502040204020203" pitchFamily="34" charset="0"/>
              </a:rPr>
              <a:t>Omnichannel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563CAD6F-C1F8-C005-9B55-61C49574FD4D}"/>
              </a:ext>
            </a:extLst>
          </p:cNvPr>
          <p:cNvSpPr/>
          <p:nvPr/>
        </p:nvSpPr>
        <p:spPr>
          <a:xfrm>
            <a:off x="1145051" y="1433785"/>
            <a:ext cx="1205453" cy="638918"/>
          </a:xfrm>
          <a:prstGeom prst="roundRect">
            <a:avLst>
              <a:gd name="adj" fmla="val 5964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84C5FA09-61E4-6E98-1DA2-1CCB47BF9750}"/>
              </a:ext>
            </a:extLst>
          </p:cNvPr>
          <p:cNvCxnSpPr>
            <a:cxnSpLocks/>
          </p:cNvCxnSpPr>
          <p:nvPr/>
        </p:nvCxnSpPr>
        <p:spPr>
          <a:xfrm>
            <a:off x="1701510" y="2088294"/>
            <a:ext cx="0" cy="2888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1715C523-E43C-8519-4E9C-7EF0A2709C4E}"/>
              </a:ext>
            </a:extLst>
          </p:cNvPr>
          <p:cNvSpPr txBox="1"/>
          <p:nvPr/>
        </p:nvSpPr>
        <p:spPr>
          <a:xfrm>
            <a:off x="968153" y="1882504"/>
            <a:ext cx="15828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ＭＳ Ｐゴシック" charset="0"/>
                <a:cs typeface="+mn-cs"/>
              </a:rPr>
              <a:t>Azure Active Directory</a:t>
            </a:r>
          </a:p>
        </p:txBody>
      </p:sp>
      <p:pic>
        <p:nvPicPr>
          <p:cNvPr id="1044" name="Picture 2" descr="Microsoft Azure AD (@azuread) / Twitter">
            <a:extLst>
              <a:ext uri="{FF2B5EF4-FFF2-40B4-BE49-F238E27FC236}">
                <a16:creationId xmlns:a16="http://schemas.microsoft.com/office/drawing/2014/main" id="{E59EF3C1-3EE2-B534-0136-6CAAABA6D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369" y="1507155"/>
            <a:ext cx="413678" cy="41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61DEDD-F9A0-F73E-2A1C-817346A35ACA}"/>
              </a:ext>
            </a:extLst>
          </p:cNvPr>
          <p:cNvSpPr/>
          <p:nvPr/>
        </p:nvSpPr>
        <p:spPr>
          <a:xfrm>
            <a:off x="2537992" y="1898546"/>
            <a:ext cx="6071560" cy="3577583"/>
          </a:xfrm>
          <a:prstGeom prst="roundRect">
            <a:avLst>
              <a:gd name="adj" fmla="val 2140"/>
            </a:avLst>
          </a:prstGeom>
          <a:noFill/>
          <a:ln w="19050" cap="flat" cmpd="sng" algn="ctr">
            <a:solidFill>
              <a:srgbClr val="0077B6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000F83-41A3-ADB2-B332-1F423ED1D159}"/>
              </a:ext>
            </a:extLst>
          </p:cNvPr>
          <p:cNvSpPr txBox="1"/>
          <p:nvPr/>
        </p:nvSpPr>
        <p:spPr>
          <a:xfrm>
            <a:off x="4607509" y="2377170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Email Template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0B7E0D-A257-45CA-C05C-D22C8F23DA76}"/>
              </a:ext>
            </a:extLst>
          </p:cNvPr>
          <p:cNvSpPr txBox="1"/>
          <p:nvPr/>
        </p:nvSpPr>
        <p:spPr>
          <a:xfrm>
            <a:off x="4607509" y="2643870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Email Notification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813267-2737-D60E-4D14-D6E20C2CAB27}"/>
              </a:ext>
            </a:extLst>
          </p:cNvPr>
          <p:cNvSpPr txBox="1"/>
          <p:nvPr/>
        </p:nvSpPr>
        <p:spPr>
          <a:xfrm>
            <a:off x="4608689" y="2924089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KB Article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98CD3D-898D-01CF-9E2D-E37E8665B926}"/>
              </a:ext>
            </a:extLst>
          </p:cNvPr>
          <p:cNvSpPr/>
          <p:nvPr/>
        </p:nvSpPr>
        <p:spPr>
          <a:xfrm>
            <a:off x="2752071" y="4063789"/>
            <a:ext cx="5417576" cy="400405"/>
          </a:xfrm>
          <a:prstGeom prst="roundRect">
            <a:avLst>
              <a:gd name="adj" fmla="val 5964"/>
            </a:avLst>
          </a:prstGeom>
          <a:noFill/>
          <a:ln w="12700" cap="flat" cmpd="sng" algn="ctr">
            <a:solidFill>
              <a:srgbClr val="7030A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69BABE-5EDE-C2EF-0396-A98164B84CA8}"/>
              </a:ext>
            </a:extLst>
          </p:cNvPr>
          <p:cNvSpPr txBox="1"/>
          <p:nvPr/>
        </p:nvSpPr>
        <p:spPr>
          <a:xfrm>
            <a:off x="2778710" y="4148208"/>
            <a:ext cx="82935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Security</a:t>
            </a:r>
            <a:endParaRPr kumimoji="0" lang="en-SE" sz="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5F457A-391B-032B-1395-AD94B197813A}"/>
              </a:ext>
            </a:extLst>
          </p:cNvPr>
          <p:cNvSpPr txBox="1"/>
          <p:nvPr/>
        </p:nvSpPr>
        <p:spPr>
          <a:xfrm>
            <a:off x="3699508" y="4148208"/>
            <a:ext cx="7924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Audit Trial</a:t>
            </a:r>
            <a:endParaRPr kumimoji="0" lang="en-SE" sz="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DF4631-D94F-660C-601B-5EA84B0198D2}"/>
              </a:ext>
            </a:extLst>
          </p:cNvPr>
          <p:cNvSpPr txBox="1"/>
          <p:nvPr/>
        </p:nvSpPr>
        <p:spPr>
          <a:xfrm>
            <a:off x="4613606" y="4148208"/>
            <a:ext cx="835454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Dashboard</a:t>
            </a:r>
            <a:endParaRPr kumimoji="0" lang="en-SE" sz="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BFC660-6037-D388-5F3D-383911B92A42}"/>
              </a:ext>
            </a:extLst>
          </p:cNvPr>
          <p:cNvSpPr txBox="1"/>
          <p:nvPr/>
        </p:nvSpPr>
        <p:spPr>
          <a:xfrm>
            <a:off x="5534102" y="4148208"/>
            <a:ext cx="762302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Activities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8CEE79-F96C-4349-622D-B317054DD031}"/>
              </a:ext>
            </a:extLst>
          </p:cNvPr>
          <p:cNvSpPr txBox="1"/>
          <p:nvPr/>
        </p:nvSpPr>
        <p:spPr>
          <a:xfrm>
            <a:off x="6442406" y="4148208"/>
            <a:ext cx="79278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Templates</a:t>
            </a:r>
            <a:endParaRPr kumimoji="0" lang="en-SE" sz="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57F0A9-1F34-B0DB-D097-3B65CE476352}"/>
              </a:ext>
            </a:extLst>
          </p:cNvPr>
          <p:cNvSpPr txBox="1"/>
          <p:nvPr/>
        </p:nvSpPr>
        <p:spPr>
          <a:xfrm>
            <a:off x="7351012" y="4148208"/>
            <a:ext cx="755904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Workflows 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A8A7E79B-EBD9-40AF-8D6D-32CEB322E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7946" y="1523335"/>
            <a:ext cx="293999" cy="176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6FF6F-4129-9776-7865-DCA1B070CA2B}"/>
              </a:ext>
            </a:extLst>
          </p:cNvPr>
          <p:cNvSpPr txBox="1"/>
          <p:nvPr/>
        </p:nvSpPr>
        <p:spPr>
          <a:xfrm>
            <a:off x="2783626" y="3728320"/>
            <a:ext cx="1692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SLA (Service Level Agreement)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9" name="AutoShape 2" descr="What is Azure Data Factory (ADF)? Features and Applications">
            <a:extLst>
              <a:ext uri="{FF2B5EF4-FFF2-40B4-BE49-F238E27FC236}">
                <a16:creationId xmlns:a16="http://schemas.microsoft.com/office/drawing/2014/main" id="{7228CCAB-D884-DD88-250D-73412BBA8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2476" y="328735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56" name="Rectangle: Rounded Corners 1055">
            <a:extLst>
              <a:ext uri="{FF2B5EF4-FFF2-40B4-BE49-F238E27FC236}">
                <a16:creationId xmlns:a16="http://schemas.microsoft.com/office/drawing/2014/main" id="{58533F31-169E-1788-7005-E776603A0FD6}"/>
              </a:ext>
            </a:extLst>
          </p:cNvPr>
          <p:cNvSpPr/>
          <p:nvPr/>
        </p:nvSpPr>
        <p:spPr>
          <a:xfrm>
            <a:off x="1071384" y="4189439"/>
            <a:ext cx="1321906" cy="1313674"/>
          </a:xfrm>
          <a:prstGeom prst="roundRect">
            <a:avLst>
              <a:gd name="adj" fmla="val 2310"/>
            </a:avLst>
          </a:prstGeom>
          <a:noFill/>
          <a:ln w="19050" cap="flat" cmpd="sng" algn="ctr">
            <a:solidFill>
              <a:srgbClr val="0077B6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Channels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          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BF08E638-FD6D-EC8D-C4D8-8C733C4F94DF}"/>
              </a:ext>
            </a:extLst>
          </p:cNvPr>
          <p:cNvSpPr txBox="1"/>
          <p:nvPr/>
        </p:nvSpPr>
        <p:spPr>
          <a:xfrm>
            <a:off x="1484602" y="4690523"/>
            <a:ext cx="89360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</a:rPr>
              <a:t>Email</a:t>
            </a:r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4F8C9E46-451C-FCC1-FB9E-B5EE11390245}"/>
              </a:ext>
            </a:extLst>
          </p:cNvPr>
          <p:cNvGrpSpPr/>
          <p:nvPr/>
        </p:nvGrpSpPr>
        <p:grpSpPr>
          <a:xfrm>
            <a:off x="1114292" y="4340913"/>
            <a:ext cx="1273977" cy="343794"/>
            <a:chOff x="667382" y="3942207"/>
            <a:chExt cx="1337456" cy="343794"/>
          </a:xfrm>
        </p:grpSpPr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4F713B25-9352-049E-EE4C-55850321818B}"/>
                </a:ext>
              </a:extLst>
            </p:cNvPr>
            <p:cNvSpPr txBox="1"/>
            <p:nvPr/>
          </p:nvSpPr>
          <p:spPr>
            <a:xfrm>
              <a:off x="1066711" y="4071186"/>
              <a:ext cx="938127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+mn-ea"/>
                  <a:cs typeface="Segoe UI Semibold" panose="020B0702040204020203" pitchFamily="34" charset="0"/>
                </a:rPr>
                <a:t>Portal</a:t>
              </a:r>
            </a:p>
          </p:txBody>
        </p:sp>
        <p:pic>
          <p:nvPicPr>
            <p:cNvPr id="1071" name="Graphic 1070" descr="Cycle with people outline">
              <a:extLst>
                <a:ext uri="{FF2B5EF4-FFF2-40B4-BE49-F238E27FC236}">
                  <a16:creationId xmlns:a16="http://schemas.microsoft.com/office/drawing/2014/main" id="{7B3308CA-367F-F713-CE14-52EE773EE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 flipH="1">
              <a:off x="667382" y="3942207"/>
              <a:ext cx="343794" cy="343794"/>
            </a:xfrm>
            <a:prstGeom prst="rect">
              <a:avLst/>
            </a:prstGeom>
          </p:spPr>
        </p:pic>
      </p:grp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38AB7C4-4944-E426-31AF-F06C44C49C5C}"/>
              </a:ext>
            </a:extLst>
          </p:cNvPr>
          <p:cNvSpPr/>
          <p:nvPr/>
        </p:nvSpPr>
        <p:spPr>
          <a:xfrm>
            <a:off x="1130342" y="2372397"/>
            <a:ext cx="1231764" cy="1734888"/>
          </a:xfrm>
          <a:prstGeom prst="roundRect">
            <a:avLst>
              <a:gd name="adj" fmla="val 2910"/>
            </a:avLst>
          </a:prstGeom>
          <a:noFill/>
          <a:ln w="19050" cap="flat" cmpd="sng" algn="ctr">
            <a:solidFill>
              <a:srgbClr val="0077B6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1B78533-5A44-249D-9453-00FC3DF26D11}"/>
              </a:ext>
            </a:extLst>
          </p:cNvPr>
          <p:cNvSpPr txBox="1"/>
          <p:nvPr/>
        </p:nvSpPr>
        <p:spPr>
          <a:xfrm>
            <a:off x="1466158" y="2478671"/>
            <a:ext cx="874527" cy="2302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 Semibold" panose="020B0702040204020203" pitchFamily="34" charset="0"/>
              </a:rPr>
              <a:t>System Admin/ Super User</a:t>
            </a:r>
          </a:p>
        </p:txBody>
      </p:sp>
      <p:sp>
        <p:nvSpPr>
          <p:cNvPr id="146" name="Freeform 225">
            <a:extLst>
              <a:ext uri="{FF2B5EF4-FFF2-40B4-BE49-F238E27FC236}">
                <a16:creationId xmlns:a16="http://schemas.microsoft.com/office/drawing/2014/main" id="{A72AB077-ABE2-20C9-C270-4D2AE8017F08}"/>
              </a:ext>
            </a:extLst>
          </p:cNvPr>
          <p:cNvSpPr>
            <a:spLocks noEditPoints="1"/>
          </p:cNvSpPr>
          <p:nvPr/>
        </p:nvSpPr>
        <p:spPr bwMode="auto">
          <a:xfrm>
            <a:off x="1158976" y="2472279"/>
            <a:ext cx="201182" cy="196620"/>
          </a:xfrm>
          <a:custGeom>
            <a:avLst/>
            <a:gdLst>
              <a:gd name="T0" fmla="*/ 282 w 288"/>
              <a:gd name="T1" fmla="*/ 288 h 288"/>
              <a:gd name="T2" fmla="*/ 6 w 288"/>
              <a:gd name="T3" fmla="*/ 288 h 288"/>
              <a:gd name="T4" fmla="*/ 0 w 288"/>
              <a:gd name="T5" fmla="*/ 282 h 288"/>
              <a:gd name="T6" fmla="*/ 12 w 288"/>
              <a:gd name="T7" fmla="*/ 231 h 288"/>
              <a:gd name="T8" fmla="*/ 93 w 288"/>
              <a:gd name="T9" fmla="*/ 187 h 288"/>
              <a:gd name="T10" fmla="*/ 108 w 288"/>
              <a:gd name="T11" fmla="*/ 181 h 288"/>
              <a:gd name="T12" fmla="*/ 108 w 288"/>
              <a:gd name="T13" fmla="*/ 152 h 288"/>
              <a:gd name="T14" fmla="*/ 90 w 288"/>
              <a:gd name="T15" fmla="*/ 117 h 288"/>
              <a:gd name="T16" fmla="*/ 84 w 288"/>
              <a:gd name="T17" fmla="*/ 106 h 288"/>
              <a:gd name="T18" fmla="*/ 89 w 288"/>
              <a:gd name="T19" fmla="*/ 81 h 288"/>
              <a:gd name="T20" fmla="*/ 88 w 288"/>
              <a:gd name="T21" fmla="*/ 79 h 288"/>
              <a:gd name="T22" fmla="*/ 87 w 288"/>
              <a:gd name="T23" fmla="*/ 26 h 288"/>
              <a:gd name="T24" fmla="*/ 104 w 288"/>
              <a:gd name="T25" fmla="*/ 18 h 288"/>
              <a:gd name="T26" fmla="*/ 155 w 288"/>
              <a:gd name="T27" fmla="*/ 0 h 288"/>
              <a:gd name="T28" fmla="*/ 210 w 288"/>
              <a:gd name="T29" fmla="*/ 28 h 288"/>
              <a:gd name="T30" fmla="*/ 200 w 288"/>
              <a:gd name="T31" fmla="*/ 78 h 288"/>
              <a:gd name="T32" fmla="*/ 199 w 288"/>
              <a:gd name="T33" fmla="*/ 81 h 288"/>
              <a:gd name="T34" fmla="*/ 204 w 288"/>
              <a:gd name="T35" fmla="*/ 106 h 288"/>
              <a:gd name="T36" fmla="*/ 198 w 288"/>
              <a:gd name="T37" fmla="*/ 117 h 288"/>
              <a:gd name="T38" fmla="*/ 180 w 288"/>
              <a:gd name="T39" fmla="*/ 152 h 288"/>
              <a:gd name="T40" fmla="*/ 180 w 288"/>
              <a:gd name="T41" fmla="*/ 181 h 288"/>
              <a:gd name="T42" fmla="*/ 194 w 288"/>
              <a:gd name="T43" fmla="*/ 187 h 288"/>
              <a:gd name="T44" fmla="*/ 275 w 288"/>
              <a:gd name="T45" fmla="*/ 231 h 288"/>
              <a:gd name="T46" fmla="*/ 288 w 288"/>
              <a:gd name="T47" fmla="*/ 282 h 288"/>
              <a:gd name="T48" fmla="*/ 282 w 288"/>
              <a:gd name="T49" fmla="*/ 288 h 288"/>
              <a:gd name="T50" fmla="*/ 12 w 288"/>
              <a:gd name="T51" fmla="*/ 276 h 288"/>
              <a:gd name="T52" fmla="*/ 275 w 288"/>
              <a:gd name="T53" fmla="*/ 276 h 288"/>
              <a:gd name="T54" fmla="*/ 264 w 288"/>
              <a:gd name="T55" fmla="*/ 236 h 288"/>
              <a:gd name="T56" fmla="*/ 190 w 288"/>
              <a:gd name="T57" fmla="*/ 198 h 288"/>
              <a:gd name="T58" fmla="*/ 172 w 288"/>
              <a:gd name="T59" fmla="*/ 191 h 288"/>
              <a:gd name="T60" fmla="*/ 168 w 288"/>
              <a:gd name="T61" fmla="*/ 185 h 288"/>
              <a:gd name="T62" fmla="*/ 168 w 288"/>
              <a:gd name="T63" fmla="*/ 149 h 288"/>
              <a:gd name="T64" fmla="*/ 170 w 288"/>
              <a:gd name="T65" fmla="*/ 144 h 288"/>
              <a:gd name="T66" fmla="*/ 186 w 288"/>
              <a:gd name="T67" fmla="*/ 113 h 288"/>
              <a:gd name="T68" fmla="*/ 190 w 288"/>
              <a:gd name="T69" fmla="*/ 108 h 288"/>
              <a:gd name="T70" fmla="*/ 192 w 288"/>
              <a:gd name="T71" fmla="*/ 95 h 288"/>
              <a:gd name="T72" fmla="*/ 189 w 288"/>
              <a:gd name="T73" fmla="*/ 89 h 288"/>
              <a:gd name="T74" fmla="*/ 186 w 288"/>
              <a:gd name="T75" fmla="*/ 83 h 288"/>
              <a:gd name="T76" fmla="*/ 189 w 288"/>
              <a:gd name="T77" fmla="*/ 74 h 288"/>
              <a:gd name="T78" fmla="*/ 198 w 288"/>
              <a:gd name="T79" fmla="*/ 31 h 288"/>
              <a:gd name="T80" fmla="*/ 154 w 288"/>
              <a:gd name="T81" fmla="*/ 12 h 288"/>
              <a:gd name="T82" fmla="*/ 113 w 288"/>
              <a:gd name="T83" fmla="*/ 25 h 288"/>
              <a:gd name="T84" fmla="*/ 108 w 288"/>
              <a:gd name="T85" fmla="*/ 29 h 288"/>
              <a:gd name="T86" fmla="*/ 97 w 288"/>
              <a:gd name="T87" fmla="*/ 34 h 288"/>
              <a:gd name="T88" fmla="*/ 100 w 288"/>
              <a:gd name="T89" fmla="*/ 75 h 288"/>
              <a:gd name="T90" fmla="*/ 102 w 288"/>
              <a:gd name="T91" fmla="*/ 83 h 288"/>
              <a:gd name="T92" fmla="*/ 98 w 288"/>
              <a:gd name="T93" fmla="*/ 89 h 288"/>
              <a:gd name="T94" fmla="*/ 95 w 288"/>
              <a:gd name="T95" fmla="*/ 95 h 288"/>
              <a:gd name="T96" fmla="*/ 97 w 288"/>
              <a:gd name="T97" fmla="*/ 108 h 288"/>
              <a:gd name="T98" fmla="*/ 102 w 288"/>
              <a:gd name="T99" fmla="*/ 113 h 288"/>
              <a:gd name="T100" fmla="*/ 117 w 288"/>
              <a:gd name="T101" fmla="*/ 144 h 288"/>
              <a:gd name="T102" fmla="*/ 120 w 288"/>
              <a:gd name="T103" fmla="*/ 149 h 288"/>
              <a:gd name="T104" fmla="*/ 120 w 288"/>
              <a:gd name="T105" fmla="*/ 185 h 288"/>
              <a:gd name="T106" fmla="*/ 116 w 288"/>
              <a:gd name="T107" fmla="*/ 191 h 288"/>
              <a:gd name="T108" fmla="*/ 97 w 288"/>
              <a:gd name="T109" fmla="*/ 198 h 288"/>
              <a:gd name="T110" fmla="*/ 23 w 288"/>
              <a:gd name="T111" fmla="*/ 236 h 288"/>
              <a:gd name="T112" fmla="*/ 12 w 288"/>
              <a:gd name="T113" fmla="*/ 27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88" h="288">
                <a:moveTo>
                  <a:pt x="282" y="288"/>
                </a:moveTo>
                <a:cubicBezTo>
                  <a:pt x="6" y="288"/>
                  <a:pt x="6" y="288"/>
                  <a:pt x="6" y="288"/>
                </a:cubicBezTo>
                <a:cubicBezTo>
                  <a:pt x="2" y="288"/>
                  <a:pt x="0" y="285"/>
                  <a:pt x="0" y="282"/>
                </a:cubicBezTo>
                <a:cubicBezTo>
                  <a:pt x="0" y="281"/>
                  <a:pt x="0" y="256"/>
                  <a:pt x="12" y="231"/>
                </a:cubicBezTo>
                <a:cubicBezTo>
                  <a:pt x="21" y="213"/>
                  <a:pt x="51" y="202"/>
                  <a:pt x="93" y="187"/>
                </a:cubicBezTo>
                <a:cubicBezTo>
                  <a:pt x="98" y="185"/>
                  <a:pt x="103" y="183"/>
                  <a:pt x="108" y="181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02" y="148"/>
                  <a:pt x="91" y="136"/>
                  <a:pt x="90" y="117"/>
                </a:cubicBezTo>
                <a:cubicBezTo>
                  <a:pt x="87" y="115"/>
                  <a:pt x="85" y="111"/>
                  <a:pt x="84" y="106"/>
                </a:cubicBezTo>
                <a:cubicBezTo>
                  <a:pt x="82" y="97"/>
                  <a:pt x="83" y="87"/>
                  <a:pt x="89" y="81"/>
                </a:cubicBezTo>
                <a:cubicBezTo>
                  <a:pt x="89" y="80"/>
                  <a:pt x="88" y="80"/>
                  <a:pt x="88" y="79"/>
                </a:cubicBezTo>
                <a:cubicBezTo>
                  <a:pt x="84" y="65"/>
                  <a:pt x="77" y="40"/>
                  <a:pt x="87" y="26"/>
                </a:cubicBezTo>
                <a:cubicBezTo>
                  <a:pt x="91" y="21"/>
                  <a:pt x="96" y="18"/>
                  <a:pt x="104" y="18"/>
                </a:cubicBezTo>
                <a:cubicBezTo>
                  <a:pt x="111" y="4"/>
                  <a:pt x="135" y="0"/>
                  <a:pt x="155" y="0"/>
                </a:cubicBezTo>
                <a:cubicBezTo>
                  <a:pt x="178" y="1"/>
                  <a:pt x="206" y="8"/>
                  <a:pt x="210" y="28"/>
                </a:cubicBezTo>
                <a:cubicBezTo>
                  <a:pt x="213" y="45"/>
                  <a:pt x="204" y="67"/>
                  <a:pt x="200" y="78"/>
                </a:cubicBezTo>
                <a:cubicBezTo>
                  <a:pt x="199" y="79"/>
                  <a:pt x="199" y="80"/>
                  <a:pt x="199" y="81"/>
                </a:cubicBezTo>
                <a:cubicBezTo>
                  <a:pt x="205" y="87"/>
                  <a:pt x="206" y="97"/>
                  <a:pt x="204" y="106"/>
                </a:cubicBezTo>
                <a:cubicBezTo>
                  <a:pt x="202" y="111"/>
                  <a:pt x="200" y="115"/>
                  <a:pt x="198" y="117"/>
                </a:cubicBezTo>
                <a:cubicBezTo>
                  <a:pt x="196" y="136"/>
                  <a:pt x="185" y="148"/>
                  <a:pt x="180" y="152"/>
                </a:cubicBezTo>
                <a:cubicBezTo>
                  <a:pt x="180" y="181"/>
                  <a:pt x="180" y="181"/>
                  <a:pt x="180" y="181"/>
                </a:cubicBezTo>
                <a:cubicBezTo>
                  <a:pt x="185" y="183"/>
                  <a:pt x="190" y="185"/>
                  <a:pt x="194" y="187"/>
                </a:cubicBezTo>
                <a:cubicBezTo>
                  <a:pt x="236" y="202"/>
                  <a:pt x="266" y="213"/>
                  <a:pt x="275" y="231"/>
                </a:cubicBezTo>
                <a:cubicBezTo>
                  <a:pt x="287" y="256"/>
                  <a:pt x="288" y="281"/>
                  <a:pt x="288" y="282"/>
                </a:cubicBezTo>
                <a:cubicBezTo>
                  <a:pt x="288" y="285"/>
                  <a:pt x="285" y="288"/>
                  <a:pt x="282" y="288"/>
                </a:cubicBezTo>
                <a:close/>
                <a:moveTo>
                  <a:pt x="12" y="276"/>
                </a:moveTo>
                <a:cubicBezTo>
                  <a:pt x="275" y="276"/>
                  <a:pt x="275" y="276"/>
                  <a:pt x="275" y="276"/>
                </a:cubicBezTo>
                <a:cubicBezTo>
                  <a:pt x="274" y="268"/>
                  <a:pt x="272" y="252"/>
                  <a:pt x="264" y="236"/>
                </a:cubicBezTo>
                <a:cubicBezTo>
                  <a:pt x="258" y="223"/>
                  <a:pt x="226" y="211"/>
                  <a:pt x="190" y="198"/>
                </a:cubicBezTo>
                <a:cubicBezTo>
                  <a:pt x="184" y="196"/>
                  <a:pt x="178" y="193"/>
                  <a:pt x="172" y="191"/>
                </a:cubicBezTo>
                <a:cubicBezTo>
                  <a:pt x="169" y="190"/>
                  <a:pt x="168" y="188"/>
                  <a:pt x="168" y="185"/>
                </a:cubicBezTo>
                <a:cubicBezTo>
                  <a:pt x="168" y="149"/>
                  <a:pt x="168" y="149"/>
                  <a:pt x="168" y="149"/>
                </a:cubicBezTo>
                <a:cubicBezTo>
                  <a:pt x="168" y="147"/>
                  <a:pt x="169" y="145"/>
                  <a:pt x="170" y="144"/>
                </a:cubicBezTo>
                <a:cubicBezTo>
                  <a:pt x="171" y="144"/>
                  <a:pt x="186" y="134"/>
                  <a:pt x="186" y="113"/>
                </a:cubicBezTo>
                <a:cubicBezTo>
                  <a:pt x="186" y="111"/>
                  <a:pt x="188" y="108"/>
                  <a:pt x="190" y="108"/>
                </a:cubicBezTo>
                <a:cubicBezTo>
                  <a:pt x="191" y="106"/>
                  <a:pt x="193" y="100"/>
                  <a:pt x="192" y="95"/>
                </a:cubicBezTo>
                <a:cubicBezTo>
                  <a:pt x="192" y="92"/>
                  <a:pt x="191" y="90"/>
                  <a:pt x="189" y="89"/>
                </a:cubicBezTo>
                <a:cubicBezTo>
                  <a:pt x="187" y="88"/>
                  <a:pt x="186" y="86"/>
                  <a:pt x="186" y="83"/>
                </a:cubicBezTo>
                <a:cubicBezTo>
                  <a:pt x="186" y="81"/>
                  <a:pt x="187" y="79"/>
                  <a:pt x="189" y="74"/>
                </a:cubicBezTo>
                <a:cubicBezTo>
                  <a:pt x="193" y="63"/>
                  <a:pt x="200" y="44"/>
                  <a:pt x="198" y="31"/>
                </a:cubicBezTo>
                <a:cubicBezTo>
                  <a:pt x="196" y="20"/>
                  <a:pt x="178" y="13"/>
                  <a:pt x="154" y="12"/>
                </a:cubicBezTo>
                <a:cubicBezTo>
                  <a:pt x="131" y="11"/>
                  <a:pt x="115" y="18"/>
                  <a:pt x="113" y="25"/>
                </a:cubicBezTo>
                <a:cubicBezTo>
                  <a:pt x="113" y="27"/>
                  <a:pt x="110" y="29"/>
                  <a:pt x="108" y="29"/>
                </a:cubicBezTo>
                <a:cubicBezTo>
                  <a:pt x="102" y="29"/>
                  <a:pt x="99" y="31"/>
                  <a:pt x="97" y="34"/>
                </a:cubicBezTo>
                <a:cubicBezTo>
                  <a:pt x="90" y="43"/>
                  <a:pt x="97" y="66"/>
                  <a:pt x="100" y="75"/>
                </a:cubicBezTo>
                <a:cubicBezTo>
                  <a:pt x="101" y="80"/>
                  <a:pt x="102" y="82"/>
                  <a:pt x="102" y="83"/>
                </a:cubicBezTo>
                <a:cubicBezTo>
                  <a:pt x="102" y="86"/>
                  <a:pt x="100" y="88"/>
                  <a:pt x="98" y="89"/>
                </a:cubicBezTo>
                <a:cubicBezTo>
                  <a:pt x="96" y="90"/>
                  <a:pt x="95" y="92"/>
                  <a:pt x="95" y="95"/>
                </a:cubicBezTo>
                <a:cubicBezTo>
                  <a:pt x="94" y="100"/>
                  <a:pt x="96" y="106"/>
                  <a:pt x="97" y="108"/>
                </a:cubicBezTo>
                <a:cubicBezTo>
                  <a:pt x="100" y="108"/>
                  <a:pt x="102" y="111"/>
                  <a:pt x="102" y="113"/>
                </a:cubicBezTo>
                <a:cubicBezTo>
                  <a:pt x="102" y="134"/>
                  <a:pt x="117" y="144"/>
                  <a:pt x="117" y="144"/>
                </a:cubicBezTo>
                <a:cubicBezTo>
                  <a:pt x="119" y="145"/>
                  <a:pt x="120" y="147"/>
                  <a:pt x="120" y="149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8"/>
                  <a:pt x="118" y="190"/>
                  <a:pt x="116" y="191"/>
                </a:cubicBezTo>
                <a:cubicBezTo>
                  <a:pt x="109" y="193"/>
                  <a:pt x="103" y="196"/>
                  <a:pt x="97" y="198"/>
                </a:cubicBezTo>
                <a:cubicBezTo>
                  <a:pt x="61" y="211"/>
                  <a:pt x="30" y="223"/>
                  <a:pt x="23" y="236"/>
                </a:cubicBezTo>
                <a:cubicBezTo>
                  <a:pt x="15" y="252"/>
                  <a:pt x="13" y="268"/>
                  <a:pt x="12" y="27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C5352D2-2BE4-1EAA-DDDF-EB9624324A68}"/>
              </a:ext>
            </a:extLst>
          </p:cNvPr>
          <p:cNvSpPr txBox="1"/>
          <p:nvPr/>
        </p:nvSpPr>
        <p:spPr>
          <a:xfrm>
            <a:off x="1456328" y="2811948"/>
            <a:ext cx="874527" cy="2302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 Semibold" panose="020B0702040204020203" pitchFamily="34" charset="0"/>
              </a:rPr>
              <a:t>Case Worker for Dream jet  </a:t>
            </a:r>
          </a:p>
        </p:txBody>
      </p:sp>
      <p:sp>
        <p:nvSpPr>
          <p:cNvPr id="148" name="Freeform 225">
            <a:extLst>
              <a:ext uri="{FF2B5EF4-FFF2-40B4-BE49-F238E27FC236}">
                <a16:creationId xmlns:a16="http://schemas.microsoft.com/office/drawing/2014/main" id="{5719CC1F-CE23-2456-FC5A-EE0382B32E09}"/>
              </a:ext>
            </a:extLst>
          </p:cNvPr>
          <p:cNvSpPr>
            <a:spLocks noEditPoints="1"/>
          </p:cNvSpPr>
          <p:nvPr/>
        </p:nvSpPr>
        <p:spPr bwMode="auto">
          <a:xfrm>
            <a:off x="1149913" y="2805211"/>
            <a:ext cx="201182" cy="196620"/>
          </a:xfrm>
          <a:custGeom>
            <a:avLst/>
            <a:gdLst>
              <a:gd name="T0" fmla="*/ 282 w 288"/>
              <a:gd name="T1" fmla="*/ 288 h 288"/>
              <a:gd name="T2" fmla="*/ 6 w 288"/>
              <a:gd name="T3" fmla="*/ 288 h 288"/>
              <a:gd name="T4" fmla="*/ 0 w 288"/>
              <a:gd name="T5" fmla="*/ 282 h 288"/>
              <a:gd name="T6" fmla="*/ 12 w 288"/>
              <a:gd name="T7" fmla="*/ 231 h 288"/>
              <a:gd name="T8" fmla="*/ 93 w 288"/>
              <a:gd name="T9" fmla="*/ 187 h 288"/>
              <a:gd name="T10" fmla="*/ 108 w 288"/>
              <a:gd name="T11" fmla="*/ 181 h 288"/>
              <a:gd name="T12" fmla="*/ 108 w 288"/>
              <a:gd name="T13" fmla="*/ 152 h 288"/>
              <a:gd name="T14" fmla="*/ 90 w 288"/>
              <a:gd name="T15" fmla="*/ 117 h 288"/>
              <a:gd name="T16" fmla="*/ 84 w 288"/>
              <a:gd name="T17" fmla="*/ 106 h 288"/>
              <a:gd name="T18" fmla="*/ 89 w 288"/>
              <a:gd name="T19" fmla="*/ 81 h 288"/>
              <a:gd name="T20" fmla="*/ 88 w 288"/>
              <a:gd name="T21" fmla="*/ 79 h 288"/>
              <a:gd name="T22" fmla="*/ 87 w 288"/>
              <a:gd name="T23" fmla="*/ 26 h 288"/>
              <a:gd name="T24" fmla="*/ 104 w 288"/>
              <a:gd name="T25" fmla="*/ 18 h 288"/>
              <a:gd name="T26" fmla="*/ 155 w 288"/>
              <a:gd name="T27" fmla="*/ 0 h 288"/>
              <a:gd name="T28" fmla="*/ 210 w 288"/>
              <a:gd name="T29" fmla="*/ 28 h 288"/>
              <a:gd name="T30" fmla="*/ 200 w 288"/>
              <a:gd name="T31" fmla="*/ 78 h 288"/>
              <a:gd name="T32" fmla="*/ 199 w 288"/>
              <a:gd name="T33" fmla="*/ 81 h 288"/>
              <a:gd name="T34" fmla="*/ 204 w 288"/>
              <a:gd name="T35" fmla="*/ 106 h 288"/>
              <a:gd name="T36" fmla="*/ 198 w 288"/>
              <a:gd name="T37" fmla="*/ 117 h 288"/>
              <a:gd name="T38" fmla="*/ 180 w 288"/>
              <a:gd name="T39" fmla="*/ 152 h 288"/>
              <a:gd name="T40" fmla="*/ 180 w 288"/>
              <a:gd name="T41" fmla="*/ 181 h 288"/>
              <a:gd name="T42" fmla="*/ 194 w 288"/>
              <a:gd name="T43" fmla="*/ 187 h 288"/>
              <a:gd name="T44" fmla="*/ 275 w 288"/>
              <a:gd name="T45" fmla="*/ 231 h 288"/>
              <a:gd name="T46" fmla="*/ 288 w 288"/>
              <a:gd name="T47" fmla="*/ 282 h 288"/>
              <a:gd name="T48" fmla="*/ 282 w 288"/>
              <a:gd name="T49" fmla="*/ 288 h 288"/>
              <a:gd name="T50" fmla="*/ 12 w 288"/>
              <a:gd name="T51" fmla="*/ 276 h 288"/>
              <a:gd name="T52" fmla="*/ 275 w 288"/>
              <a:gd name="T53" fmla="*/ 276 h 288"/>
              <a:gd name="T54" fmla="*/ 264 w 288"/>
              <a:gd name="T55" fmla="*/ 236 h 288"/>
              <a:gd name="T56" fmla="*/ 190 w 288"/>
              <a:gd name="T57" fmla="*/ 198 h 288"/>
              <a:gd name="T58" fmla="*/ 172 w 288"/>
              <a:gd name="T59" fmla="*/ 191 h 288"/>
              <a:gd name="T60" fmla="*/ 168 w 288"/>
              <a:gd name="T61" fmla="*/ 185 h 288"/>
              <a:gd name="T62" fmla="*/ 168 w 288"/>
              <a:gd name="T63" fmla="*/ 149 h 288"/>
              <a:gd name="T64" fmla="*/ 170 w 288"/>
              <a:gd name="T65" fmla="*/ 144 h 288"/>
              <a:gd name="T66" fmla="*/ 186 w 288"/>
              <a:gd name="T67" fmla="*/ 113 h 288"/>
              <a:gd name="T68" fmla="*/ 190 w 288"/>
              <a:gd name="T69" fmla="*/ 108 h 288"/>
              <a:gd name="T70" fmla="*/ 192 w 288"/>
              <a:gd name="T71" fmla="*/ 95 h 288"/>
              <a:gd name="T72" fmla="*/ 189 w 288"/>
              <a:gd name="T73" fmla="*/ 89 h 288"/>
              <a:gd name="T74" fmla="*/ 186 w 288"/>
              <a:gd name="T75" fmla="*/ 83 h 288"/>
              <a:gd name="T76" fmla="*/ 189 w 288"/>
              <a:gd name="T77" fmla="*/ 74 h 288"/>
              <a:gd name="T78" fmla="*/ 198 w 288"/>
              <a:gd name="T79" fmla="*/ 31 h 288"/>
              <a:gd name="T80" fmla="*/ 154 w 288"/>
              <a:gd name="T81" fmla="*/ 12 h 288"/>
              <a:gd name="T82" fmla="*/ 113 w 288"/>
              <a:gd name="T83" fmla="*/ 25 h 288"/>
              <a:gd name="T84" fmla="*/ 108 w 288"/>
              <a:gd name="T85" fmla="*/ 29 h 288"/>
              <a:gd name="T86" fmla="*/ 97 w 288"/>
              <a:gd name="T87" fmla="*/ 34 h 288"/>
              <a:gd name="T88" fmla="*/ 100 w 288"/>
              <a:gd name="T89" fmla="*/ 75 h 288"/>
              <a:gd name="T90" fmla="*/ 102 w 288"/>
              <a:gd name="T91" fmla="*/ 83 h 288"/>
              <a:gd name="T92" fmla="*/ 98 w 288"/>
              <a:gd name="T93" fmla="*/ 89 h 288"/>
              <a:gd name="T94" fmla="*/ 95 w 288"/>
              <a:gd name="T95" fmla="*/ 95 h 288"/>
              <a:gd name="T96" fmla="*/ 97 w 288"/>
              <a:gd name="T97" fmla="*/ 108 h 288"/>
              <a:gd name="T98" fmla="*/ 102 w 288"/>
              <a:gd name="T99" fmla="*/ 113 h 288"/>
              <a:gd name="T100" fmla="*/ 117 w 288"/>
              <a:gd name="T101" fmla="*/ 144 h 288"/>
              <a:gd name="T102" fmla="*/ 120 w 288"/>
              <a:gd name="T103" fmla="*/ 149 h 288"/>
              <a:gd name="T104" fmla="*/ 120 w 288"/>
              <a:gd name="T105" fmla="*/ 185 h 288"/>
              <a:gd name="T106" fmla="*/ 116 w 288"/>
              <a:gd name="T107" fmla="*/ 191 h 288"/>
              <a:gd name="T108" fmla="*/ 97 w 288"/>
              <a:gd name="T109" fmla="*/ 198 h 288"/>
              <a:gd name="T110" fmla="*/ 23 w 288"/>
              <a:gd name="T111" fmla="*/ 236 h 288"/>
              <a:gd name="T112" fmla="*/ 12 w 288"/>
              <a:gd name="T113" fmla="*/ 27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88" h="288">
                <a:moveTo>
                  <a:pt x="282" y="288"/>
                </a:moveTo>
                <a:cubicBezTo>
                  <a:pt x="6" y="288"/>
                  <a:pt x="6" y="288"/>
                  <a:pt x="6" y="288"/>
                </a:cubicBezTo>
                <a:cubicBezTo>
                  <a:pt x="2" y="288"/>
                  <a:pt x="0" y="285"/>
                  <a:pt x="0" y="282"/>
                </a:cubicBezTo>
                <a:cubicBezTo>
                  <a:pt x="0" y="281"/>
                  <a:pt x="0" y="256"/>
                  <a:pt x="12" y="231"/>
                </a:cubicBezTo>
                <a:cubicBezTo>
                  <a:pt x="21" y="213"/>
                  <a:pt x="51" y="202"/>
                  <a:pt x="93" y="187"/>
                </a:cubicBezTo>
                <a:cubicBezTo>
                  <a:pt x="98" y="185"/>
                  <a:pt x="103" y="183"/>
                  <a:pt x="108" y="181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02" y="148"/>
                  <a:pt x="91" y="136"/>
                  <a:pt x="90" y="117"/>
                </a:cubicBezTo>
                <a:cubicBezTo>
                  <a:pt x="87" y="115"/>
                  <a:pt x="85" y="111"/>
                  <a:pt x="84" y="106"/>
                </a:cubicBezTo>
                <a:cubicBezTo>
                  <a:pt x="82" y="97"/>
                  <a:pt x="83" y="87"/>
                  <a:pt x="89" y="81"/>
                </a:cubicBezTo>
                <a:cubicBezTo>
                  <a:pt x="89" y="80"/>
                  <a:pt x="88" y="80"/>
                  <a:pt x="88" y="79"/>
                </a:cubicBezTo>
                <a:cubicBezTo>
                  <a:pt x="84" y="65"/>
                  <a:pt x="77" y="40"/>
                  <a:pt x="87" y="26"/>
                </a:cubicBezTo>
                <a:cubicBezTo>
                  <a:pt x="91" y="21"/>
                  <a:pt x="96" y="18"/>
                  <a:pt x="104" y="18"/>
                </a:cubicBezTo>
                <a:cubicBezTo>
                  <a:pt x="111" y="4"/>
                  <a:pt x="135" y="0"/>
                  <a:pt x="155" y="0"/>
                </a:cubicBezTo>
                <a:cubicBezTo>
                  <a:pt x="178" y="1"/>
                  <a:pt x="206" y="8"/>
                  <a:pt x="210" y="28"/>
                </a:cubicBezTo>
                <a:cubicBezTo>
                  <a:pt x="213" y="45"/>
                  <a:pt x="204" y="67"/>
                  <a:pt x="200" y="78"/>
                </a:cubicBezTo>
                <a:cubicBezTo>
                  <a:pt x="199" y="79"/>
                  <a:pt x="199" y="80"/>
                  <a:pt x="199" y="81"/>
                </a:cubicBezTo>
                <a:cubicBezTo>
                  <a:pt x="205" y="87"/>
                  <a:pt x="206" y="97"/>
                  <a:pt x="204" y="106"/>
                </a:cubicBezTo>
                <a:cubicBezTo>
                  <a:pt x="202" y="111"/>
                  <a:pt x="200" y="115"/>
                  <a:pt x="198" y="117"/>
                </a:cubicBezTo>
                <a:cubicBezTo>
                  <a:pt x="196" y="136"/>
                  <a:pt x="185" y="148"/>
                  <a:pt x="180" y="152"/>
                </a:cubicBezTo>
                <a:cubicBezTo>
                  <a:pt x="180" y="181"/>
                  <a:pt x="180" y="181"/>
                  <a:pt x="180" y="181"/>
                </a:cubicBezTo>
                <a:cubicBezTo>
                  <a:pt x="185" y="183"/>
                  <a:pt x="190" y="185"/>
                  <a:pt x="194" y="187"/>
                </a:cubicBezTo>
                <a:cubicBezTo>
                  <a:pt x="236" y="202"/>
                  <a:pt x="266" y="213"/>
                  <a:pt x="275" y="231"/>
                </a:cubicBezTo>
                <a:cubicBezTo>
                  <a:pt x="287" y="256"/>
                  <a:pt x="288" y="281"/>
                  <a:pt x="288" y="282"/>
                </a:cubicBezTo>
                <a:cubicBezTo>
                  <a:pt x="288" y="285"/>
                  <a:pt x="285" y="288"/>
                  <a:pt x="282" y="288"/>
                </a:cubicBezTo>
                <a:close/>
                <a:moveTo>
                  <a:pt x="12" y="276"/>
                </a:moveTo>
                <a:cubicBezTo>
                  <a:pt x="275" y="276"/>
                  <a:pt x="275" y="276"/>
                  <a:pt x="275" y="276"/>
                </a:cubicBezTo>
                <a:cubicBezTo>
                  <a:pt x="274" y="268"/>
                  <a:pt x="272" y="252"/>
                  <a:pt x="264" y="236"/>
                </a:cubicBezTo>
                <a:cubicBezTo>
                  <a:pt x="258" y="223"/>
                  <a:pt x="226" y="211"/>
                  <a:pt x="190" y="198"/>
                </a:cubicBezTo>
                <a:cubicBezTo>
                  <a:pt x="184" y="196"/>
                  <a:pt x="178" y="193"/>
                  <a:pt x="172" y="191"/>
                </a:cubicBezTo>
                <a:cubicBezTo>
                  <a:pt x="169" y="190"/>
                  <a:pt x="168" y="188"/>
                  <a:pt x="168" y="185"/>
                </a:cubicBezTo>
                <a:cubicBezTo>
                  <a:pt x="168" y="149"/>
                  <a:pt x="168" y="149"/>
                  <a:pt x="168" y="149"/>
                </a:cubicBezTo>
                <a:cubicBezTo>
                  <a:pt x="168" y="147"/>
                  <a:pt x="169" y="145"/>
                  <a:pt x="170" y="144"/>
                </a:cubicBezTo>
                <a:cubicBezTo>
                  <a:pt x="171" y="144"/>
                  <a:pt x="186" y="134"/>
                  <a:pt x="186" y="113"/>
                </a:cubicBezTo>
                <a:cubicBezTo>
                  <a:pt x="186" y="111"/>
                  <a:pt x="188" y="108"/>
                  <a:pt x="190" y="108"/>
                </a:cubicBezTo>
                <a:cubicBezTo>
                  <a:pt x="191" y="106"/>
                  <a:pt x="193" y="100"/>
                  <a:pt x="192" y="95"/>
                </a:cubicBezTo>
                <a:cubicBezTo>
                  <a:pt x="192" y="92"/>
                  <a:pt x="191" y="90"/>
                  <a:pt x="189" y="89"/>
                </a:cubicBezTo>
                <a:cubicBezTo>
                  <a:pt x="187" y="88"/>
                  <a:pt x="186" y="86"/>
                  <a:pt x="186" y="83"/>
                </a:cubicBezTo>
                <a:cubicBezTo>
                  <a:pt x="186" y="81"/>
                  <a:pt x="187" y="79"/>
                  <a:pt x="189" y="74"/>
                </a:cubicBezTo>
                <a:cubicBezTo>
                  <a:pt x="193" y="63"/>
                  <a:pt x="200" y="44"/>
                  <a:pt x="198" y="31"/>
                </a:cubicBezTo>
                <a:cubicBezTo>
                  <a:pt x="196" y="20"/>
                  <a:pt x="178" y="13"/>
                  <a:pt x="154" y="12"/>
                </a:cubicBezTo>
                <a:cubicBezTo>
                  <a:pt x="131" y="11"/>
                  <a:pt x="115" y="18"/>
                  <a:pt x="113" y="25"/>
                </a:cubicBezTo>
                <a:cubicBezTo>
                  <a:pt x="113" y="27"/>
                  <a:pt x="110" y="29"/>
                  <a:pt x="108" y="29"/>
                </a:cubicBezTo>
                <a:cubicBezTo>
                  <a:pt x="102" y="29"/>
                  <a:pt x="99" y="31"/>
                  <a:pt x="97" y="34"/>
                </a:cubicBezTo>
                <a:cubicBezTo>
                  <a:pt x="90" y="43"/>
                  <a:pt x="97" y="66"/>
                  <a:pt x="100" y="75"/>
                </a:cubicBezTo>
                <a:cubicBezTo>
                  <a:pt x="101" y="80"/>
                  <a:pt x="102" y="82"/>
                  <a:pt x="102" y="83"/>
                </a:cubicBezTo>
                <a:cubicBezTo>
                  <a:pt x="102" y="86"/>
                  <a:pt x="100" y="88"/>
                  <a:pt x="98" y="89"/>
                </a:cubicBezTo>
                <a:cubicBezTo>
                  <a:pt x="96" y="90"/>
                  <a:pt x="95" y="92"/>
                  <a:pt x="95" y="95"/>
                </a:cubicBezTo>
                <a:cubicBezTo>
                  <a:pt x="94" y="100"/>
                  <a:pt x="96" y="106"/>
                  <a:pt x="97" y="108"/>
                </a:cubicBezTo>
                <a:cubicBezTo>
                  <a:pt x="100" y="108"/>
                  <a:pt x="102" y="111"/>
                  <a:pt x="102" y="113"/>
                </a:cubicBezTo>
                <a:cubicBezTo>
                  <a:pt x="102" y="134"/>
                  <a:pt x="117" y="144"/>
                  <a:pt x="117" y="144"/>
                </a:cubicBezTo>
                <a:cubicBezTo>
                  <a:pt x="119" y="145"/>
                  <a:pt x="120" y="147"/>
                  <a:pt x="120" y="149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8"/>
                  <a:pt x="118" y="190"/>
                  <a:pt x="116" y="191"/>
                </a:cubicBezTo>
                <a:cubicBezTo>
                  <a:pt x="109" y="193"/>
                  <a:pt x="103" y="196"/>
                  <a:pt x="97" y="198"/>
                </a:cubicBezTo>
                <a:cubicBezTo>
                  <a:pt x="61" y="211"/>
                  <a:pt x="30" y="223"/>
                  <a:pt x="23" y="236"/>
                </a:cubicBezTo>
                <a:cubicBezTo>
                  <a:pt x="15" y="252"/>
                  <a:pt x="13" y="268"/>
                  <a:pt x="12" y="27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19CF786-A002-0903-C9C9-56E2CC97E1E8}"/>
              </a:ext>
            </a:extLst>
          </p:cNvPr>
          <p:cNvSpPr txBox="1"/>
          <p:nvPr/>
        </p:nvSpPr>
        <p:spPr>
          <a:xfrm>
            <a:off x="1460182" y="3111832"/>
            <a:ext cx="874527" cy="2302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 Semibold" panose="020B0702040204020203" pitchFamily="34" charset="0"/>
              </a:rPr>
              <a:t>Case Worker for Connect Air</a:t>
            </a:r>
          </a:p>
        </p:txBody>
      </p:sp>
      <p:sp>
        <p:nvSpPr>
          <p:cNvPr id="150" name="Freeform 225">
            <a:extLst>
              <a:ext uri="{FF2B5EF4-FFF2-40B4-BE49-F238E27FC236}">
                <a16:creationId xmlns:a16="http://schemas.microsoft.com/office/drawing/2014/main" id="{8CD39E2D-C945-DB79-C471-A991E3428D41}"/>
              </a:ext>
            </a:extLst>
          </p:cNvPr>
          <p:cNvSpPr>
            <a:spLocks noEditPoints="1"/>
          </p:cNvSpPr>
          <p:nvPr/>
        </p:nvSpPr>
        <p:spPr bwMode="auto">
          <a:xfrm>
            <a:off x="1146522" y="3145168"/>
            <a:ext cx="201182" cy="196620"/>
          </a:xfrm>
          <a:custGeom>
            <a:avLst/>
            <a:gdLst>
              <a:gd name="T0" fmla="*/ 282 w 288"/>
              <a:gd name="T1" fmla="*/ 288 h 288"/>
              <a:gd name="T2" fmla="*/ 6 w 288"/>
              <a:gd name="T3" fmla="*/ 288 h 288"/>
              <a:gd name="T4" fmla="*/ 0 w 288"/>
              <a:gd name="T5" fmla="*/ 282 h 288"/>
              <a:gd name="T6" fmla="*/ 12 w 288"/>
              <a:gd name="T7" fmla="*/ 231 h 288"/>
              <a:gd name="T8" fmla="*/ 93 w 288"/>
              <a:gd name="T9" fmla="*/ 187 h 288"/>
              <a:gd name="T10" fmla="*/ 108 w 288"/>
              <a:gd name="T11" fmla="*/ 181 h 288"/>
              <a:gd name="T12" fmla="*/ 108 w 288"/>
              <a:gd name="T13" fmla="*/ 152 h 288"/>
              <a:gd name="T14" fmla="*/ 90 w 288"/>
              <a:gd name="T15" fmla="*/ 117 h 288"/>
              <a:gd name="T16" fmla="*/ 84 w 288"/>
              <a:gd name="T17" fmla="*/ 106 h 288"/>
              <a:gd name="T18" fmla="*/ 89 w 288"/>
              <a:gd name="T19" fmla="*/ 81 h 288"/>
              <a:gd name="T20" fmla="*/ 88 w 288"/>
              <a:gd name="T21" fmla="*/ 79 h 288"/>
              <a:gd name="T22" fmla="*/ 87 w 288"/>
              <a:gd name="T23" fmla="*/ 26 h 288"/>
              <a:gd name="T24" fmla="*/ 104 w 288"/>
              <a:gd name="T25" fmla="*/ 18 h 288"/>
              <a:gd name="T26" fmla="*/ 155 w 288"/>
              <a:gd name="T27" fmla="*/ 0 h 288"/>
              <a:gd name="T28" fmla="*/ 210 w 288"/>
              <a:gd name="T29" fmla="*/ 28 h 288"/>
              <a:gd name="T30" fmla="*/ 200 w 288"/>
              <a:gd name="T31" fmla="*/ 78 h 288"/>
              <a:gd name="T32" fmla="*/ 199 w 288"/>
              <a:gd name="T33" fmla="*/ 81 h 288"/>
              <a:gd name="T34" fmla="*/ 204 w 288"/>
              <a:gd name="T35" fmla="*/ 106 h 288"/>
              <a:gd name="T36" fmla="*/ 198 w 288"/>
              <a:gd name="T37" fmla="*/ 117 h 288"/>
              <a:gd name="T38" fmla="*/ 180 w 288"/>
              <a:gd name="T39" fmla="*/ 152 h 288"/>
              <a:gd name="T40" fmla="*/ 180 w 288"/>
              <a:gd name="T41" fmla="*/ 181 h 288"/>
              <a:gd name="T42" fmla="*/ 194 w 288"/>
              <a:gd name="T43" fmla="*/ 187 h 288"/>
              <a:gd name="T44" fmla="*/ 275 w 288"/>
              <a:gd name="T45" fmla="*/ 231 h 288"/>
              <a:gd name="T46" fmla="*/ 288 w 288"/>
              <a:gd name="T47" fmla="*/ 282 h 288"/>
              <a:gd name="T48" fmla="*/ 282 w 288"/>
              <a:gd name="T49" fmla="*/ 288 h 288"/>
              <a:gd name="T50" fmla="*/ 12 w 288"/>
              <a:gd name="T51" fmla="*/ 276 h 288"/>
              <a:gd name="T52" fmla="*/ 275 w 288"/>
              <a:gd name="T53" fmla="*/ 276 h 288"/>
              <a:gd name="T54" fmla="*/ 264 w 288"/>
              <a:gd name="T55" fmla="*/ 236 h 288"/>
              <a:gd name="T56" fmla="*/ 190 w 288"/>
              <a:gd name="T57" fmla="*/ 198 h 288"/>
              <a:gd name="T58" fmla="*/ 172 w 288"/>
              <a:gd name="T59" fmla="*/ 191 h 288"/>
              <a:gd name="T60" fmla="*/ 168 w 288"/>
              <a:gd name="T61" fmla="*/ 185 h 288"/>
              <a:gd name="T62" fmla="*/ 168 w 288"/>
              <a:gd name="T63" fmla="*/ 149 h 288"/>
              <a:gd name="T64" fmla="*/ 170 w 288"/>
              <a:gd name="T65" fmla="*/ 144 h 288"/>
              <a:gd name="T66" fmla="*/ 186 w 288"/>
              <a:gd name="T67" fmla="*/ 113 h 288"/>
              <a:gd name="T68" fmla="*/ 190 w 288"/>
              <a:gd name="T69" fmla="*/ 108 h 288"/>
              <a:gd name="T70" fmla="*/ 192 w 288"/>
              <a:gd name="T71" fmla="*/ 95 h 288"/>
              <a:gd name="T72" fmla="*/ 189 w 288"/>
              <a:gd name="T73" fmla="*/ 89 h 288"/>
              <a:gd name="T74" fmla="*/ 186 w 288"/>
              <a:gd name="T75" fmla="*/ 83 h 288"/>
              <a:gd name="T76" fmla="*/ 189 w 288"/>
              <a:gd name="T77" fmla="*/ 74 h 288"/>
              <a:gd name="T78" fmla="*/ 198 w 288"/>
              <a:gd name="T79" fmla="*/ 31 h 288"/>
              <a:gd name="T80" fmla="*/ 154 w 288"/>
              <a:gd name="T81" fmla="*/ 12 h 288"/>
              <a:gd name="T82" fmla="*/ 113 w 288"/>
              <a:gd name="T83" fmla="*/ 25 h 288"/>
              <a:gd name="T84" fmla="*/ 108 w 288"/>
              <a:gd name="T85" fmla="*/ 29 h 288"/>
              <a:gd name="T86" fmla="*/ 97 w 288"/>
              <a:gd name="T87" fmla="*/ 34 h 288"/>
              <a:gd name="T88" fmla="*/ 100 w 288"/>
              <a:gd name="T89" fmla="*/ 75 h 288"/>
              <a:gd name="T90" fmla="*/ 102 w 288"/>
              <a:gd name="T91" fmla="*/ 83 h 288"/>
              <a:gd name="T92" fmla="*/ 98 w 288"/>
              <a:gd name="T93" fmla="*/ 89 h 288"/>
              <a:gd name="T94" fmla="*/ 95 w 288"/>
              <a:gd name="T95" fmla="*/ 95 h 288"/>
              <a:gd name="T96" fmla="*/ 97 w 288"/>
              <a:gd name="T97" fmla="*/ 108 h 288"/>
              <a:gd name="T98" fmla="*/ 102 w 288"/>
              <a:gd name="T99" fmla="*/ 113 h 288"/>
              <a:gd name="T100" fmla="*/ 117 w 288"/>
              <a:gd name="T101" fmla="*/ 144 h 288"/>
              <a:gd name="T102" fmla="*/ 120 w 288"/>
              <a:gd name="T103" fmla="*/ 149 h 288"/>
              <a:gd name="T104" fmla="*/ 120 w 288"/>
              <a:gd name="T105" fmla="*/ 185 h 288"/>
              <a:gd name="T106" fmla="*/ 116 w 288"/>
              <a:gd name="T107" fmla="*/ 191 h 288"/>
              <a:gd name="T108" fmla="*/ 97 w 288"/>
              <a:gd name="T109" fmla="*/ 198 h 288"/>
              <a:gd name="T110" fmla="*/ 23 w 288"/>
              <a:gd name="T111" fmla="*/ 236 h 288"/>
              <a:gd name="T112" fmla="*/ 12 w 288"/>
              <a:gd name="T113" fmla="*/ 27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88" h="288">
                <a:moveTo>
                  <a:pt x="282" y="288"/>
                </a:moveTo>
                <a:cubicBezTo>
                  <a:pt x="6" y="288"/>
                  <a:pt x="6" y="288"/>
                  <a:pt x="6" y="288"/>
                </a:cubicBezTo>
                <a:cubicBezTo>
                  <a:pt x="2" y="288"/>
                  <a:pt x="0" y="285"/>
                  <a:pt x="0" y="282"/>
                </a:cubicBezTo>
                <a:cubicBezTo>
                  <a:pt x="0" y="281"/>
                  <a:pt x="0" y="256"/>
                  <a:pt x="12" y="231"/>
                </a:cubicBezTo>
                <a:cubicBezTo>
                  <a:pt x="21" y="213"/>
                  <a:pt x="51" y="202"/>
                  <a:pt x="93" y="187"/>
                </a:cubicBezTo>
                <a:cubicBezTo>
                  <a:pt x="98" y="185"/>
                  <a:pt x="103" y="183"/>
                  <a:pt x="108" y="181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02" y="148"/>
                  <a:pt x="91" y="136"/>
                  <a:pt x="90" y="117"/>
                </a:cubicBezTo>
                <a:cubicBezTo>
                  <a:pt x="87" y="115"/>
                  <a:pt x="85" y="111"/>
                  <a:pt x="84" y="106"/>
                </a:cubicBezTo>
                <a:cubicBezTo>
                  <a:pt x="82" y="97"/>
                  <a:pt x="83" y="87"/>
                  <a:pt x="89" y="81"/>
                </a:cubicBezTo>
                <a:cubicBezTo>
                  <a:pt x="89" y="80"/>
                  <a:pt x="88" y="80"/>
                  <a:pt x="88" y="79"/>
                </a:cubicBezTo>
                <a:cubicBezTo>
                  <a:pt x="84" y="65"/>
                  <a:pt x="77" y="40"/>
                  <a:pt x="87" y="26"/>
                </a:cubicBezTo>
                <a:cubicBezTo>
                  <a:pt x="91" y="21"/>
                  <a:pt x="96" y="18"/>
                  <a:pt x="104" y="18"/>
                </a:cubicBezTo>
                <a:cubicBezTo>
                  <a:pt x="111" y="4"/>
                  <a:pt x="135" y="0"/>
                  <a:pt x="155" y="0"/>
                </a:cubicBezTo>
                <a:cubicBezTo>
                  <a:pt x="178" y="1"/>
                  <a:pt x="206" y="8"/>
                  <a:pt x="210" y="28"/>
                </a:cubicBezTo>
                <a:cubicBezTo>
                  <a:pt x="213" y="45"/>
                  <a:pt x="204" y="67"/>
                  <a:pt x="200" y="78"/>
                </a:cubicBezTo>
                <a:cubicBezTo>
                  <a:pt x="199" y="79"/>
                  <a:pt x="199" y="80"/>
                  <a:pt x="199" y="81"/>
                </a:cubicBezTo>
                <a:cubicBezTo>
                  <a:pt x="205" y="87"/>
                  <a:pt x="206" y="97"/>
                  <a:pt x="204" y="106"/>
                </a:cubicBezTo>
                <a:cubicBezTo>
                  <a:pt x="202" y="111"/>
                  <a:pt x="200" y="115"/>
                  <a:pt x="198" y="117"/>
                </a:cubicBezTo>
                <a:cubicBezTo>
                  <a:pt x="196" y="136"/>
                  <a:pt x="185" y="148"/>
                  <a:pt x="180" y="152"/>
                </a:cubicBezTo>
                <a:cubicBezTo>
                  <a:pt x="180" y="181"/>
                  <a:pt x="180" y="181"/>
                  <a:pt x="180" y="181"/>
                </a:cubicBezTo>
                <a:cubicBezTo>
                  <a:pt x="185" y="183"/>
                  <a:pt x="190" y="185"/>
                  <a:pt x="194" y="187"/>
                </a:cubicBezTo>
                <a:cubicBezTo>
                  <a:pt x="236" y="202"/>
                  <a:pt x="266" y="213"/>
                  <a:pt x="275" y="231"/>
                </a:cubicBezTo>
                <a:cubicBezTo>
                  <a:pt x="287" y="256"/>
                  <a:pt x="288" y="281"/>
                  <a:pt x="288" y="282"/>
                </a:cubicBezTo>
                <a:cubicBezTo>
                  <a:pt x="288" y="285"/>
                  <a:pt x="285" y="288"/>
                  <a:pt x="282" y="288"/>
                </a:cubicBezTo>
                <a:close/>
                <a:moveTo>
                  <a:pt x="12" y="276"/>
                </a:moveTo>
                <a:cubicBezTo>
                  <a:pt x="275" y="276"/>
                  <a:pt x="275" y="276"/>
                  <a:pt x="275" y="276"/>
                </a:cubicBezTo>
                <a:cubicBezTo>
                  <a:pt x="274" y="268"/>
                  <a:pt x="272" y="252"/>
                  <a:pt x="264" y="236"/>
                </a:cubicBezTo>
                <a:cubicBezTo>
                  <a:pt x="258" y="223"/>
                  <a:pt x="226" y="211"/>
                  <a:pt x="190" y="198"/>
                </a:cubicBezTo>
                <a:cubicBezTo>
                  <a:pt x="184" y="196"/>
                  <a:pt x="178" y="193"/>
                  <a:pt x="172" y="191"/>
                </a:cubicBezTo>
                <a:cubicBezTo>
                  <a:pt x="169" y="190"/>
                  <a:pt x="168" y="188"/>
                  <a:pt x="168" y="185"/>
                </a:cubicBezTo>
                <a:cubicBezTo>
                  <a:pt x="168" y="149"/>
                  <a:pt x="168" y="149"/>
                  <a:pt x="168" y="149"/>
                </a:cubicBezTo>
                <a:cubicBezTo>
                  <a:pt x="168" y="147"/>
                  <a:pt x="169" y="145"/>
                  <a:pt x="170" y="144"/>
                </a:cubicBezTo>
                <a:cubicBezTo>
                  <a:pt x="171" y="144"/>
                  <a:pt x="186" y="134"/>
                  <a:pt x="186" y="113"/>
                </a:cubicBezTo>
                <a:cubicBezTo>
                  <a:pt x="186" y="111"/>
                  <a:pt x="188" y="108"/>
                  <a:pt x="190" y="108"/>
                </a:cubicBezTo>
                <a:cubicBezTo>
                  <a:pt x="191" y="106"/>
                  <a:pt x="193" y="100"/>
                  <a:pt x="192" y="95"/>
                </a:cubicBezTo>
                <a:cubicBezTo>
                  <a:pt x="192" y="92"/>
                  <a:pt x="191" y="90"/>
                  <a:pt x="189" y="89"/>
                </a:cubicBezTo>
                <a:cubicBezTo>
                  <a:pt x="187" y="88"/>
                  <a:pt x="186" y="86"/>
                  <a:pt x="186" y="83"/>
                </a:cubicBezTo>
                <a:cubicBezTo>
                  <a:pt x="186" y="81"/>
                  <a:pt x="187" y="79"/>
                  <a:pt x="189" y="74"/>
                </a:cubicBezTo>
                <a:cubicBezTo>
                  <a:pt x="193" y="63"/>
                  <a:pt x="200" y="44"/>
                  <a:pt x="198" y="31"/>
                </a:cubicBezTo>
                <a:cubicBezTo>
                  <a:pt x="196" y="20"/>
                  <a:pt x="178" y="13"/>
                  <a:pt x="154" y="12"/>
                </a:cubicBezTo>
                <a:cubicBezTo>
                  <a:pt x="131" y="11"/>
                  <a:pt x="115" y="18"/>
                  <a:pt x="113" y="25"/>
                </a:cubicBezTo>
                <a:cubicBezTo>
                  <a:pt x="113" y="27"/>
                  <a:pt x="110" y="29"/>
                  <a:pt x="108" y="29"/>
                </a:cubicBezTo>
                <a:cubicBezTo>
                  <a:pt x="102" y="29"/>
                  <a:pt x="99" y="31"/>
                  <a:pt x="97" y="34"/>
                </a:cubicBezTo>
                <a:cubicBezTo>
                  <a:pt x="90" y="43"/>
                  <a:pt x="97" y="66"/>
                  <a:pt x="100" y="75"/>
                </a:cubicBezTo>
                <a:cubicBezTo>
                  <a:pt x="101" y="80"/>
                  <a:pt x="102" y="82"/>
                  <a:pt x="102" y="83"/>
                </a:cubicBezTo>
                <a:cubicBezTo>
                  <a:pt x="102" y="86"/>
                  <a:pt x="100" y="88"/>
                  <a:pt x="98" y="89"/>
                </a:cubicBezTo>
                <a:cubicBezTo>
                  <a:pt x="96" y="90"/>
                  <a:pt x="95" y="92"/>
                  <a:pt x="95" y="95"/>
                </a:cubicBezTo>
                <a:cubicBezTo>
                  <a:pt x="94" y="100"/>
                  <a:pt x="96" y="106"/>
                  <a:pt x="97" y="108"/>
                </a:cubicBezTo>
                <a:cubicBezTo>
                  <a:pt x="100" y="108"/>
                  <a:pt x="102" y="111"/>
                  <a:pt x="102" y="113"/>
                </a:cubicBezTo>
                <a:cubicBezTo>
                  <a:pt x="102" y="134"/>
                  <a:pt x="117" y="144"/>
                  <a:pt x="117" y="144"/>
                </a:cubicBezTo>
                <a:cubicBezTo>
                  <a:pt x="119" y="145"/>
                  <a:pt x="120" y="147"/>
                  <a:pt x="120" y="149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8"/>
                  <a:pt x="118" y="190"/>
                  <a:pt x="116" y="191"/>
                </a:cubicBezTo>
                <a:cubicBezTo>
                  <a:pt x="109" y="193"/>
                  <a:pt x="103" y="196"/>
                  <a:pt x="97" y="198"/>
                </a:cubicBezTo>
                <a:cubicBezTo>
                  <a:pt x="61" y="211"/>
                  <a:pt x="30" y="223"/>
                  <a:pt x="23" y="236"/>
                </a:cubicBezTo>
                <a:cubicBezTo>
                  <a:pt x="15" y="252"/>
                  <a:pt x="13" y="268"/>
                  <a:pt x="12" y="27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1C96AF-3803-45E0-5C98-74992F160D02}"/>
              </a:ext>
            </a:extLst>
          </p:cNvPr>
          <p:cNvSpPr txBox="1"/>
          <p:nvPr/>
        </p:nvSpPr>
        <p:spPr>
          <a:xfrm>
            <a:off x="1453375" y="3457083"/>
            <a:ext cx="874527" cy="2302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 Semibold" panose="020B0702040204020203" pitchFamily="34" charset="0"/>
              </a:rPr>
              <a:t>Dream jet Manager</a:t>
            </a:r>
          </a:p>
        </p:txBody>
      </p:sp>
      <p:sp>
        <p:nvSpPr>
          <p:cNvPr id="152" name="Freeform 225">
            <a:extLst>
              <a:ext uri="{FF2B5EF4-FFF2-40B4-BE49-F238E27FC236}">
                <a16:creationId xmlns:a16="http://schemas.microsoft.com/office/drawing/2014/main" id="{A0E4C7A1-DFF3-0A0C-82C3-2D5181F04102}"/>
              </a:ext>
            </a:extLst>
          </p:cNvPr>
          <p:cNvSpPr>
            <a:spLocks noEditPoints="1"/>
          </p:cNvSpPr>
          <p:nvPr/>
        </p:nvSpPr>
        <p:spPr bwMode="auto">
          <a:xfrm>
            <a:off x="1139994" y="3468528"/>
            <a:ext cx="201182" cy="196620"/>
          </a:xfrm>
          <a:custGeom>
            <a:avLst/>
            <a:gdLst>
              <a:gd name="T0" fmla="*/ 282 w 288"/>
              <a:gd name="T1" fmla="*/ 288 h 288"/>
              <a:gd name="T2" fmla="*/ 6 w 288"/>
              <a:gd name="T3" fmla="*/ 288 h 288"/>
              <a:gd name="T4" fmla="*/ 0 w 288"/>
              <a:gd name="T5" fmla="*/ 282 h 288"/>
              <a:gd name="T6" fmla="*/ 12 w 288"/>
              <a:gd name="T7" fmla="*/ 231 h 288"/>
              <a:gd name="T8" fmla="*/ 93 w 288"/>
              <a:gd name="T9" fmla="*/ 187 h 288"/>
              <a:gd name="T10" fmla="*/ 108 w 288"/>
              <a:gd name="T11" fmla="*/ 181 h 288"/>
              <a:gd name="T12" fmla="*/ 108 w 288"/>
              <a:gd name="T13" fmla="*/ 152 h 288"/>
              <a:gd name="T14" fmla="*/ 90 w 288"/>
              <a:gd name="T15" fmla="*/ 117 h 288"/>
              <a:gd name="T16" fmla="*/ 84 w 288"/>
              <a:gd name="T17" fmla="*/ 106 h 288"/>
              <a:gd name="T18" fmla="*/ 89 w 288"/>
              <a:gd name="T19" fmla="*/ 81 h 288"/>
              <a:gd name="T20" fmla="*/ 88 w 288"/>
              <a:gd name="T21" fmla="*/ 79 h 288"/>
              <a:gd name="T22" fmla="*/ 87 w 288"/>
              <a:gd name="T23" fmla="*/ 26 h 288"/>
              <a:gd name="T24" fmla="*/ 104 w 288"/>
              <a:gd name="T25" fmla="*/ 18 h 288"/>
              <a:gd name="T26" fmla="*/ 155 w 288"/>
              <a:gd name="T27" fmla="*/ 0 h 288"/>
              <a:gd name="T28" fmla="*/ 210 w 288"/>
              <a:gd name="T29" fmla="*/ 28 h 288"/>
              <a:gd name="T30" fmla="*/ 200 w 288"/>
              <a:gd name="T31" fmla="*/ 78 h 288"/>
              <a:gd name="T32" fmla="*/ 199 w 288"/>
              <a:gd name="T33" fmla="*/ 81 h 288"/>
              <a:gd name="T34" fmla="*/ 204 w 288"/>
              <a:gd name="T35" fmla="*/ 106 h 288"/>
              <a:gd name="T36" fmla="*/ 198 w 288"/>
              <a:gd name="T37" fmla="*/ 117 h 288"/>
              <a:gd name="T38" fmla="*/ 180 w 288"/>
              <a:gd name="T39" fmla="*/ 152 h 288"/>
              <a:gd name="T40" fmla="*/ 180 w 288"/>
              <a:gd name="T41" fmla="*/ 181 h 288"/>
              <a:gd name="T42" fmla="*/ 194 w 288"/>
              <a:gd name="T43" fmla="*/ 187 h 288"/>
              <a:gd name="T44" fmla="*/ 275 w 288"/>
              <a:gd name="T45" fmla="*/ 231 h 288"/>
              <a:gd name="T46" fmla="*/ 288 w 288"/>
              <a:gd name="T47" fmla="*/ 282 h 288"/>
              <a:gd name="T48" fmla="*/ 282 w 288"/>
              <a:gd name="T49" fmla="*/ 288 h 288"/>
              <a:gd name="T50" fmla="*/ 12 w 288"/>
              <a:gd name="T51" fmla="*/ 276 h 288"/>
              <a:gd name="T52" fmla="*/ 275 w 288"/>
              <a:gd name="T53" fmla="*/ 276 h 288"/>
              <a:gd name="T54" fmla="*/ 264 w 288"/>
              <a:gd name="T55" fmla="*/ 236 h 288"/>
              <a:gd name="T56" fmla="*/ 190 w 288"/>
              <a:gd name="T57" fmla="*/ 198 h 288"/>
              <a:gd name="T58" fmla="*/ 172 w 288"/>
              <a:gd name="T59" fmla="*/ 191 h 288"/>
              <a:gd name="T60" fmla="*/ 168 w 288"/>
              <a:gd name="T61" fmla="*/ 185 h 288"/>
              <a:gd name="T62" fmla="*/ 168 w 288"/>
              <a:gd name="T63" fmla="*/ 149 h 288"/>
              <a:gd name="T64" fmla="*/ 170 w 288"/>
              <a:gd name="T65" fmla="*/ 144 h 288"/>
              <a:gd name="T66" fmla="*/ 186 w 288"/>
              <a:gd name="T67" fmla="*/ 113 h 288"/>
              <a:gd name="T68" fmla="*/ 190 w 288"/>
              <a:gd name="T69" fmla="*/ 108 h 288"/>
              <a:gd name="T70" fmla="*/ 192 w 288"/>
              <a:gd name="T71" fmla="*/ 95 h 288"/>
              <a:gd name="T72" fmla="*/ 189 w 288"/>
              <a:gd name="T73" fmla="*/ 89 h 288"/>
              <a:gd name="T74" fmla="*/ 186 w 288"/>
              <a:gd name="T75" fmla="*/ 83 h 288"/>
              <a:gd name="T76" fmla="*/ 189 w 288"/>
              <a:gd name="T77" fmla="*/ 74 h 288"/>
              <a:gd name="T78" fmla="*/ 198 w 288"/>
              <a:gd name="T79" fmla="*/ 31 h 288"/>
              <a:gd name="T80" fmla="*/ 154 w 288"/>
              <a:gd name="T81" fmla="*/ 12 h 288"/>
              <a:gd name="T82" fmla="*/ 113 w 288"/>
              <a:gd name="T83" fmla="*/ 25 h 288"/>
              <a:gd name="T84" fmla="*/ 108 w 288"/>
              <a:gd name="T85" fmla="*/ 29 h 288"/>
              <a:gd name="T86" fmla="*/ 97 w 288"/>
              <a:gd name="T87" fmla="*/ 34 h 288"/>
              <a:gd name="T88" fmla="*/ 100 w 288"/>
              <a:gd name="T89" fmla="*/ 75 h 288"/>
              <a:gd name="T90" fmla="*/ 102 w 288"/>
              <a:gd name="T91" fmla="*/ 83 h 288"/>
              <a:gd name="T92" fmla="*/ 98 w 288"/>
              <a:gd name="T93" fmla="*/ 89 h 288"/>
              <a:gd name="T94" fmla="*/ 95 w 288"/>
              <a:gd name="T95" fmla="*/ 95 h 288"/>
              <a:gd name="T96" fmla="*/ 97 w 288"/>
              <a:gd name="T97" fmla="*/ 108 h 288"/>
              <a:gd name="T98" fmla="*/ 102 w 288"/>
              <a:gd name="T99" fmla="*/ 113 h 288"/>
              <a:gd name="T100" fmla="*/ 117 w 288"/>
              <a:gd name="T101" fmla="*/ 144 h 288"/>
              <a:gd name="T102" fmla="*/ 120 w 288"/>
              <a:gd name="T103" fmla="*/ 149 h 288"/>
              <a:gd name="T104" fmla="*/ 120 w 288"/>
              <a:gd name="T105" fmla="*/ 185 h 288"/>
              <a:gd name="T106" fmla="*/ 116 w 288"/>
              <a:gd name="T107" fmla="*/ 191 h 288"/>
              <a:gd name="T108" fmla="*/ 97 w 288"/>
              <a:gd name="T109" fmla="*/ 198 h 288"/>
              <a:gd name="T110" fmla="*/ 23 w 288"/>
              <a:gd name="T111" fmla="*/ 236 h 288"/>
              <a:gd name="T112" fmla="*/ 12 w 288"/>
              <a:gd name="T113" fmla="*/ 27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88" h="288">
                <a:moveTo>
                  <a:pt x="282" y="288"/>
                </a:moveTo>
                <a:cubicBezTo>
                  <a:pt x="6" y="288"/>
                  <a:pt x="6" y="288"/>
                  <a:pt x="6" y="288"/>
                </a:cubicBezTo>
                <a:cubicBezTo>
                  <a:pt x="2" y="288"/>
                  <a:pt x="0" y="285"/>
                  <a:pt x="0" y="282"/>
                </a:cubicBezTo>
                <a:cubicBezTo>
                  <a:pt x="0" y="281"/>
                  <a:pt x="0" y="256"/>
                  <a:pt x="12" y="231"/>
                </a:cubicBezTo>
                <a:cubicBezTo>
                  <a:pt x="21" y="213"/>
                  <a:pt x="51" y="202"/>
                  <a:pt x="93" y="187"/>
                </a:cubicBezTo>
                <a:cubicBezTo>
                  <a:pt x="98" y="185"/>
                  <a:pt x="103" y="183"/>
                  <a:pt x="108" y="181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02" y="148"/>
                  <a:pt x="91" y="136"/>
                  <a:pt x="90" y="117"/>
                </a:cubicBezTo>
                <a:cubicBezTo>
                  <a:pt x="87" y="115"/>
                  <a:pt x="85" y="111"/>
                  <a:pt x="84" y="106"/>
                </a:cubicBezTo>
                <a:cubicBezTo>
                  <a:pt x="82" y="97"/>
                  <a:pt x="83" y="87"/>
                  <a:pt x="89" y="81"/>
                </a:cubicBezTo>
                <a:cubicBezTo>
                  <a:pt x="89" y="80"/>
                  <a:pt x="88" y="80"/>
                  <a:pt x="88" y="79"/>
                </a:cubicBezTo>
                <a:cubicBezTo>
                  <a:pt x="84" y="65"/>
                  <a:pt x="77" y="40"/>
                  <a:pt x="87" y="26"/>
                </a:cubicBezTo>
                <a:cubicBezTo>
                  <a:pt x="91" y="21"/>
                  <a:pt x="96" y="18"/>
                  <a:pt x="104" y="18"/>
                </a:cubicBezTo>
                <a:cubicBezTo>
                  <a:pt x="111" y="4"/>
                  <a:pt x="135" y="0"/>
                  <a:pt x="155" y="0"/>
                </a:cubicBezTo>
                <a:cubicBezTo>
                  <a:pt x="178" y="1"/>
                  <a:pt x="206" y="8"/>
                  <a:pt x="210" y="28"/>
                </a:cubicBezTo>
                <a:cubicBezTo>
                  <a:pt x="213" y="45"/>
                  <a:pt x="204" y="67"/>
                  <a:pt x="200" y="78"/>
                </a:cubicBezTo>
                <a:cubicBezTo>
                  <a:pt x="199" y="79"/>
                  <a:pt x="199" y="80"/>
                  <a:pt x="199" y="81"/>
                </a:cubicBezTo>
                <a:cubicBezTo>
                  <a:pt x="205" y="87"/>
                  <a:pt x="206" y="97"/>
                  <a:pt x="204" y="106"/>
                </a:cubicBezTo>
                <a:cubicBezTo>
                  <a:pt x="202" y="111"/>
                  <a:pt x="200" y="115"/>
                  <a:pt x="198" y="117"/>
                </a:cubicBezTo>
                <a:cubicBezTo>
                  <a:pt x="196" y="136"/>
                  <a:pt x="185" y="148"/>
                  <a:pt x="180" y="152"/>
                </a:cubicBezTo>
                <a:cubicBezTo>
                  <a:pt x="180" y="181"/>
                  <a:pt x="180" y="181"/>
                  <a:pt x="180" y="181"/>
                </a:cubicBezTo>
                <a:cubicBezTo>
                  <a:pt x="185" y="183"/>
                  <a:pt x="190" y="185"/>
                  <a:pt x="194" y="187"/>
                </a:cubicBezTo>
                <a:cubicBezTo>
                  <a:pt x="236" y="202"/>
                  <a:pt x="266" y="213"/>
                  <a:pt x="275" y="231"/>
                </a:cubicBezTo>
                <a:cubicBezTo>
                  <a:pt x="287" y="256"/>
                  <a:pt x="288" y="281"/>
                  <a:pt x="288" y="282"/>
                </a:cubicBezTo>
                <a:cubicBezTo>
                  <a:pt x="288" y="285"/>
                  <a:pt x="285" y="288"/>
                  <a:pt x="282" y="288"/>
                </a:cubicBezTo>
                <a:close/>
                <a:moveTo>
                  <a:pt x="12" y="276"/>
                </a:moveTo>
                <a:cubicBezTo>
                  <a:pt x="275" y="276"/>
                  <a:pt x="275" y="276"/>
                  <a:pt x="275" y="276"/>
                </a:cubicBezTo>
                <a:cubicBezTo>
                  <a:pt x="274" y="268"/>
                  <a:pt x="272" y="252"/>
                  <a:pt x="264" y="236"/>
                </a:cubicBezTo>
                <a:cubicBezTo>
                  <a:pt x="258" y="223"/>
                  <a:pt x="226" y="211"/>
                  <a:pt x="190" y="198"/>
                </a:cubicBezTo>
                <a:cubicBezTo>
                  <a:pt x="184" y="196"/>
                  <a:pt x="178" y="193"/>
                  <a:pt x="172" y="191"/>
                </a:cubicBezTo>
                <a:cubicBezTo>
                  <a:pt x="169" y="190"/>
                  <a:pt x="168" y="188"/>
                  <a:pt x="168" y="185"/>
                </a:cubicBezTo>
                <a:cubicBezTo>
                  <a:pt x="168" y="149"/>
                  <a:pt x="168" y="149"/>
                  <a:pt x="168" y="149"/>
                </a:cubicBezTo>
                <a:cubicBezTo>
                  <a:pt x="168" y="147"/>
                  <a:pt x="169" y="145"/>
                  <a:pt x="170" y="144"/>
                </a:cubicBezTo>
                <a:cubicBezTo>
                  <a:pt x="171" y="144"/>
                  <a:pt x="186" y="134"/>
                  <a:pt x="186" y="113"/>
                </a:cubicBezTo>
                <a:cubicBezTo>
                  <a:pt x="186" y="111"/>
                  <a:pt x="188" y="108"/>
                  <a:pt x="190" y="108"/>
                </a:cubicBezTo>
                <a:cubicBezTo>
                  <a:pt x="191" y="106"/>
                  <a:pt x="193" y="100"/>
                  <a:pt x="192" y="95"/>
                </a:cubicBezTo>
                <a:cubicBezTo>
                  <a:pt x="192" y="92"/>
                  <a:pt x="191" y="90"/>
                  <a:pt x="189" y="89"/>
                </a:cubicBezTo>
                <a:cubicBezTo>
                  <a:pt x="187" y="88"/>
                  <a:pt x="186" y="86"/>
                  <a:pt x="186" y="83"/>
                </a:cubicBezTo>
                <a:cubicBezTo>
                  <a:pt x="186" y="81"/>
                  <a:pt x="187" y="79"/>
                  <a:pt x="189" y="74"/>
                </a:cubicBezTo>
                <a:cubicBezTo>
                  <a:pt x="193" y="63"/>
                  <a:pt x="200" y="44"/>
                  <a:pt x="198" y="31"/>
                </a:cubicBezTo>
                <a:cubicBezTo>
                  <a:pt x="196" y="20"/>
                  <a:pt x="178" y="13"/>
                  <a:pt x="154" y="12"/>
                </a:cubicBezTo>
                <a:cubicBezTo>
                  <a:pt x="131" y="11"/>
                  <a:pt x="115" y="18"/>
                  <a:pt x="113" y="25"/>
                </a:cubicBezTo>
                <a:cubicBezTo>
                  <a:pt x="113" y="27"/>
                  <a:pt x="110" y="29"/>
                  <a:pt x="108" y="29"/>
                </a:cubicBezTo>
                <a:cubicBezTo>
                  <a:pt x="102" y="29"/>
                  <a:pt x="99" y="31"/>
                  <a:pt x="97" y="34"/>
                </a:cubicBezTo>
                <a:cubicBezTo>
                  <a:pt x="90" y="43"/>
                  <a:pt x="97" y="66"/>
                  <a:pt x="100" y="75"/>
                </a:cubicBezTo>
                <a:cubicBezTo>
                  <a:pt x="101" y="80"/>
                  <a:pt x="102" y="82"/>
                  <a:pt x="102" y="83"/>
                </a:cubicBezTo>
                <a:cubicBezTo>
                  <a:pt x="102" y="86"/>
                  <a:pt x="100" y="88"/>
                  <a:pt x="98" y="89"/>
                </a:cubicBezTo>
                <a:cubicBezTo>
                  <a:pt x="96" y="90"/>
                  <a:pt x="95" y="92"/>
                  <a:pt x="95" y="95"/>
                </a:cubicBezTo>
                <a:cubicBezTo>
                  <a:pt x="94" y="100"/>
                  <a:pt x="96" y="106"/>
                  <a:pt x="97" y="108"/>
                </a:cubicBezTo>
                <a:cubicBezTo>
                  <a:pt x="100" y="108"/>
                  <a:pt x="102" y="111"/>
                  <a:pt x="102" y="113"/>
                </a:cubicBezTo>
                <a:cubicBezTo>
                  <a:pt x="102" y="134"/>
                  <a:pt x="117" y="144"/>
                  <a:pt x="117" y="144"/>
                </a:cubicBezTo>
                <a:cubicBezTo>
                  <a:pt x="119" y="145"/>
                  <a:pt x="120" y="147"/>
                  <a:pt x="120" y="149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8"/>
                  <a:pt x="118" y="190"/>
                  <a:pt x="116" y="191"/>
                </a:cubicBezTo>
                <a:cubicBezTo>
                  <a:pt x="109" y="193"/>
                  <a:pt x="103" y="196"/>
                  <a:pt x="97" y="198"/>
                </a:cubicBezTo>
                <a:cubicBezTo>
                  <a:pt x="61" y="211"/>
                  <a:pt x="30" y="223"/>
                  <a:pt x="23" y="236"/>
                </a:cubicBezTo>
                <a:cubicBezTo>
                  <a:pt x="15" y="252"/>
                  <a:pt x="13" y="268"/>
                  <a:pt x="12" y="27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63635DC-0215-5059-4162-1675EE623D09}"/>
              </a:ext>
            </a:extLst>
          </p:cNvPr>
          <p:cNvSpPr txBox="1"/>
          <p:nvPr/>
        </p:nvSpPr>
        <p:spPr>
          <a:xfrm>
            <a:off x="1468615" y="3769503"/>
            <a:ext cx="874527" cy="2302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 Semibold" panose="020B0702040204020203" pitchFamily="34" charset="0"/>
              </a:rPr>
              <a:t>Connect Air Manager</a:t>
            </a:r>
          </a:p>
        </p:txBody>
      </p:sp>
      <p:sp>
        <p:nvSpPr>
          <p:cNvPr id="154" name="Freeform 225">
            <a:extLst>
              <a:ext uri="{FF2B5EF4-FFF2-40B4-BE49-F238E27FC236}">
                <a16:creationId xmlns:a16="http://schemas.microsoft.com/office/drawing/2014/main" id="{DEFD88BD-58D8-7B7A-4CA5-9F833A23D8A9}"/>
              </a:ext>
            </a:extLst>
          </p:cNvPr>
          <p:cNvSpPr>
            <a:spLocks noEditPoints="1"/>
          </p:cNvSpPr>
          <p:nvPr/>
        </p:nvSpPr>
        <p:spPr bwMode="auto">
          <a:xfrm>
            <a:off x="1155234" y="3780948"/>
            <a:ext cx="201182" cy="196620"/>
          </a:xfrm>
          <a:custGeom>
            <a:avLst/>
            <a:gdLst>
              <a:gd name="T0" fmla="*/ 282 w 288"/>
              <a:gd name="T1" fmla="*/ 288 h 288"/>
              <a:gd name="T2" fmla="*/ 6 w 288"/>
              <a:gd name="T3" fmla="*/ 288 h 288"/>
              <a:gd name="T4" fmla="*/ 0 w 288"/>
              <a:gd name="T5" fmla="*/ 282 h 288"/>
              <a:gd name="T6" fmla="*/ 12 w 288"/>
              <a:gd name="T7" fmla="*/ 231 h 288"/>
              <a:gd name="T8" fmla="*/ 93 w 288"/>
              <a:gd name="T9" fmla="*/ 187 h 288"/>
              <a:gd name="T10" fmla="*/ 108 w 288"/>
              <a:gd name="T11" fmla="*/ 181 h 288"/>
              <a:gd name="T12" fmla="*/ 108 w 288"/>
              <a:gd name="T13" fmla="*/ 152 h 288"/>
              <a:gd name="T14" fmla="*/ 90 w 288"/>
              <a:gd name="T15" fmla="*/ 117 h 288"/>
              <a:gd name="T16" fmla="*/ 84 w 288"/>
              <a:gd name="T17" fmla="*/ 106 h 288"/>
              <a:gd name="T18" fmla="*/ 89 w 288"/>
              <a:gd name="T19" fmla="*/ 81 h 288"/>
              <a:gd name="T20" fmla="*/ 88 w 288"/>
              <a:gd name="T21" fmla="*/ 79 h 288"/>
              <a:gd name="T22" fmla="*/ 87 w 288"/>
              <a:gd name="T23" fmla="*/ 26 h 288"/>
              <a:gd name="T24" fmla="*/ 104 w 288"/>
              <a:gd name="T25" fmla="*/ 18 h 288"/>
              <a:gd name="T26" fmla="*/ 155 w 288"/>
              <a:gd name="T27" fmla="*/ 0 h 288"/>
              <a:gd name="T28" fmla="*/ 210 w 288"/>
              <a:gd name="T29" fmla="*/ 28 h 288"/>
              <a:gd name="T30" fmla="*/ 200 w 288"/>
              <a:gd name="T31" fmla="*/ 78 h 288"/>
              <a:gd name="T32" fmla="*/ 199 w 288"/>
              <a:gd name="T33" fmla="*/ 81 h 288"/>
              <a:gd name="T34" fmla="*/ 204 w 288"/>
              <a:gd name="T35" fmla="*/ 106 h 288"/>
              <a:gd name="T36" fmla="*/ 198 w 288"/>
              <a:gd name="T37" fmla="*/ 117 h 288"/>
              <a:gd name="T38" fmla="*/ 180 w 288"/>
              <a:gd name="T39" fmla="*/ 152 h 288"/>
              <a:gd name="T40" fmla="*/ 180 w 288"/>
              <a:gd name="T41" fmla="*/ 181 h 288"/>
              <a:gd name="T42" fmla="*/ 194 w 288"/>
              <a:gd name="T43" fmla="*/ 187 h 288"/>
              <a:gd name="T44" fmla="*/ 275 w 288"/>
              <a:gd name="T45" fmla="*/ 231 h 288"/>
              <a:gd name="T46" fmla="*/ 288 w 288"/>
              <a:gd name="T47" fmla="*/ 282 h 288"/>
              <a:gd name="T48" fmla="*/ 282 w 288"/>
              <a:gd name="T49" fmla="*/ 288 h 288"/>
              <a:gd name="T50" fmla="*/ 12 w 288"/>
              <a:gd name="T51" fmla="*/ 276 h 288"/>
              <a:gd name="T52" fmla="*/ 275 w 288"/>
              <a:gd name="T53" fmla="*/ 276 h 288"/>
              <a:gd name="T54" fmla="*/ 264 w 288"/>
              <a:gd name="T55" fmla="*/ 236 h 288"/>
              <a:gd name="T56" fmla="*/ 190 w 288"/>
              <a:gd name="T57" fmla="*/ 198 h 288"/>
              <a:gd name="T58" fmla="*/ 172 w 288"/>
              <a:gd name="T59" fmla="*/ 191 h 288"/>
              <a:gd name="T60" fmla="*/ 168 w 288"/>
              <a:gd name="T61" fmla="*/ 185 h 288"/>
              <a:gd name="T62" fmla="*/ 168 w 288"/>
              <a:gd name="T63" fmla="*/ 149 h 288"/>
              <a:gd name="T64" fmla="*/ 170 w 288"/>
              <a:gd name="T65" fmla="*/ 144 h 288"/>
              <a:gd name="T66" fmla="*/ 186 w 288"/>
              <a:gd name="T67" fmla="*/ 113 h 288"/>
              <a:gd name="T68" fmla="*/ 190 w 288"/>
              <a:gd name="T69" fmla="*/ 108 h 288"/>
              <a:gd name="T70" fmla="*/ 192 w 288"/>
              <a:gd name="T71" fmla="*/ 95 h 288"/>
              <a:gd name="T72" fmla="*/ 189 w 288"/>
              <a:gd name="T73" fmla="*/ 89 h 288"/>
              <a:gd name="T74" fmla="*/ 186 w 288"/>
              <a:gd name="T75" fmla="*/ 83 h 288"/>
              <a:gd name="T76" fmla="*/ 189 w 288"/>
              <a:gd name="T77" fmla="*/ 74 h 288"/>
              <a:gd name="T78" fmla="*/ 198 w 288"/>
              <a:gd name="T79" fmla="*/ 31 h 288"/>
              <a:gd name="T80" fmla="*/ 154 w 288"/>
              <a:gd name="T81" fmla="*/ 12 h 288"/>
              <a:gd name="T82" fmla="*/ 113 w 288"/>
              <a:gd name="T83" fmla="*/ 25 h 288"/>
              <a:gd name="T84" fmla="*/ 108 w 288"/>
              <a:gd name="T85" fmla="*/ 29 h 288"/>
              <a:gd name="T86" fmla="*/ 97 w 288"/>
              <a:gd name="T87" fmla="*/ 34 h 288"/>
              <a:gd name="T88" fmla="*/ 100 w 288"/>
              <a:gd name="T89" fmla="*/ 75 h 288"/>
              <a:gd name="T90" fmla="*/ 102 w 288"/>
              <a:gd name="T91" fmla="*/ 83 h 288"/>
              <a:gd name="T92" fmla="*/ 98 w 288"/>
              <a:gd name="T93" fmla="*/ 89 h 288"/>
              <a:gd name="T94" fmla="*/ 95 w 288"/>
              <a:gd name="T95" fmla="*/ 95 h 288"/>
              <a:gd name="T96" fmla="*/ 97 w 288"/>
              <a:gd name="T97" fmla="*/ 108 h 288"/>
              <a:gd name="T98" fmla="*/ 102 w 288"/>
              <a:gd name="T99" fmla="*/ 113 h 288"/>
              <a:gd name="T100" fmla="*/ 117 w 288"/>
              <a:gd name="T101" fmla="*/ 144 h 288"/>
              <a:gd name="T102" fmla="*/ 120 w 288"/>
              <a:gd name="T103" fmla="*/ 149 h 288"/>
              <a:gd name="T104" fmla="*/ 120 w 288"/>
              <a:gd name="T105" fmla="*/ 185 h 288"/>
              <a:gd name="T106" fmla="*/ 116 w 288"/>
              <a:gd name="T107" fmla="*/ 191 h 288"/>
              <a:gd name="T108" fmla="*/ 97 w 288"/>
              <a:gd name="T109" fmla="*/ 198 h 288"/>
              <a:gd name="T110" fmla="*/ 23 w 288"/>
              <a:gd name="T111" fmla="*/ 236 h 288"/>
              <a:gd name="T112" fmla="*/ 12 w 288"/>
              <a:gd name="T113" fmla="*/ 27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88" h="288">
                <a:moveTo>
                  <a:pt x="282" y="288"/>
                </a:moveTo>
                <a:cubicBezTo>
                  <a:pt x="6" y="288"/>
                  <a:pt x="6" y="288"/>
                  <a:pt x="6" y="288"/>
                </a:cubicBezTo>
                <a:cubicBezTo>
                  <a:pt x="2" y="288"/>
                  <a:pt x="0" y="285"/>
                  <a:pt x="0" y="282"/>
                </a:cubicBezTo>
                <a:cubicBezTo>
                  <a:pt x="0" y="281"/>
                  <a:pt x="0" y="256"/>
                  <a:pt x="12" y="231"/>
                </a:cubicBezTo>
                <a:cubicBezTo>
                  <a:pt x="21" y="213"/>
                  <a:pt x="51" y="202"/>
                  <a:pt x="93" y="187"/>
                </a:cubicBezTo>
                <a:cubicBezTo>
                  <a:pt x="98" y="185"/>
                  <a:pt x="103" y="183"/>
                  <a:pt x="108" y="181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02" y="148"/>
                  <a:pt x="91" y="136"/>
                  <a:pt x="90" y="117"/>
                </a:cubicBezTo>
                <a:cubicBezTo>
                  <a:pt x="87" y="115"/>
                  <a:pt x="85" y="111"/>
                  <a:pt x="84" y="106"/>
                </a:cubicBezTo>
                <a:cubicBezTo>
                  <a:pt x="82" y="97"/>
                  <a:pt x="83" y="87"/>
                  <a:pt x="89" y="81"/>
                </a:cubicBezTo>
                <a:cubicBezTo>
                  <a:pt x="89" y="80"/>
                  <a:pt x="88" y="80"/>
                  <a:pt x="88" y="79"/>
                </a:cubicBezTo>
                <a:cubicBezTo>
                  <a:pt x="84" y="65"/>
                  <a:pt x="77" y="40"/>
                  <a:pt x="87" y="26"/>
                </a:cubicBezTo>
                <a:cubicBezTo>
                  <a:pt x="91" y="21"/>
                  <a:pt x="96" y="18"/>
                  <a:pt x="104" y="18"/>
                </a:cubicBezTo>
                <a:cubicBezTo>
                  <a:pt x="111" y="4"/>
                  <a:pt x="135" y="0"/>
                  <a:pt x="155" y="0"/>
                </a:cubicBezTo>
                <a:cubicBezTo>
                  <a:pt x="178" y="1"/>
                  <a:pt x="206" y="8"/>
                  <a:pt x="210" y="28"/>
                </a:cubicBezTo>
                <a:cubicBezTo>
                  <a:pt x="213" y="45"/>
                  <a:pt x="204" y="67"/>
                  <a:pt x="200" y="78"/>
                </a:cubicBezTo>
                <a:cubicBezTo>
                  <a:pt x="199" y="79"/>
                  <a:pt x="199" y="80"/>
                  <a:pt x="199" y="81"/>
                </a:cubicBezTo>
                <a:cubicBezTo>
                  <a:pt x="205" y="87"/>
                  <a:pt x="206" y="97"/>
                  <a:pt x="204" y="106"/>
                </a:cubicBezTo>
                <a:cubicBezTo>
                  <a:pt x="202" y="111"/>
                  <a:pt x="200" y="115"/>
                  <a:pt x="198" y="117"/>
                </a:cubicBezTo>
                <a:cubicBezTo>
                  <a:pt x="196" y="136"/>
                  <a:pt x="185" y="148"/>
                  <a:pt x="180" y="152"/>
                </a:cubicBezTo>
                <a:cubicBezTo>
                  <a:pt x="180" y="181"/>
                  <a:pt x="180" y="181"/>
                  <a:pt x="180" y="181"/>
                </a:cubicBezTo>
                <a:cubicBezTo>
                  <a:pt x="185" y="183"/>
                  <a:pt x="190" y="185"/>
                  <a:pt x="194" y="187"/>
                </a:cubicBezTo>
                <a:cubicBezTo>
                  <a:pt x="236" y="202"/>
                  <a:pt x="266" y="213"/>
                  <a:pt x="275" y="231"/>
                </a:cubicBezTo>
                <a:cubicBezTo>
                  <a:pt x="287" y="256"/>
                  <a:pt x="288" y="281"/>
                  <a:pt x="288" y="282"/>
                </a:cubicBezTo>
                <a:cubicBezTo>
                  <a:pt x="288" y="285"/>
                  <a:pt x="285" y="288"/>
                  <a:pt x="282" y="288"/>
                </a:cubicBezTo>
                <a:close/>
                <a:moveTo>
                  <a:pt x="12" y="276"/>
                </a:moveTo>
                <a:cubicBezTo>
                  <a:pt x="275" y="276"/>
                  <a:pt x="275" y="276"/>
                  <a:pt x="275" y="276"/>
                </a:cubicBezTo>
                <a:cubicBezTo>
                  <a:pt x="274" y="268"/>
                  <a:pt x="272" y="252"/>
                  <a:pt x="264" y="236"/>
                </a:cubicBezTo>
                <a:cubicBezTo>
                  <a:pt x="258" y="223"/>
                  <a:pt x="226" y="211"/>
                  <a:pt x="190" y="198"/>
                </a:cubicBezTo>
                <a:cubicBezTo>
                  <a:pt x="184" y="196"/>
                  <a:pt x="178" y="193"/>
                  <a:pt x="172" y="191"/>
                </a:cubicBezTo>
                <a:cubicBezTo>
                  <a:pt x="169" y="190"/>
                  <a:pt x="168" y="188"/>
                  <a:pt x="168" y="185"/>
                </a:cubicBezTo>
                <a:cubicBezTo>
                  <a:pt x="168" y="149"/>
                  <a:pt x="168" y="149"/>
                  <a:pt x="168" y="149"/>
                </a:cubicBezTo>
                <a:cubicBezTo>
                  <a:pt x="168" y="147"/>
                  <a:pt x="169" y="145"/>
                  <a:pt x="170" y="144"/>
                </a:cubicBezTo>
                <a:cubicBezTo>
                  <a:pt x="171" y="144"/>
                  <a:pt x="186" y="134"/>
                  <a:pt x="186" y="113"/>
                </a:cubicBezTo>
                <a:cubicBezTo>
                  <a:pt x="186" y="111"/>
                  <a:pt x="188" y="108"/>
                  <a:pt x="190" y="108"/>
                </a:cubicBezTo>
                <a:cubicBezTo>
                  <a:pt x="191" y="106"/>
                  <a:pt x="193" y="100"/>
                  <a:pt x="192" y="95"/>
                </a:cubicBezTo>
                <a:cubicBezTo>
                  <a:pt x="192" y="92"/>
                  <a:pt x="191" y="90"/>
                  <a:pt x="189" y="89"/>
                </a:cubicBezTo>
                <a:cubicBezTo>
                  <a:pt x="187" y="88"/>
                  <a:pt x="186" y="86"/>
                  <a:pt x="186" y="83"/>
                </a:cubicBezTo>
                <a:cubicBezTo>
                  <a:pt x="186" y="81"/>
                  <a:pt x="187" y="79"/>
                  <a:pt x="189" y="74"/>
                </a:cubicBezTo>
                <a:cubicBezTo>
                  <a:pt x="193" y="63"/>
                  <a:pt x="200" y="44"/>
                  <a:pt x="198" y="31"/>
                </a:cubicBezTo>
                <a:cubicBezTo>
                  <a:pt x="196" y="20"/>
                  <a:pt x="178" y="13"/>
                  <a:pt x="154" y="12"/>
                </a:cubicBezTo>
                <a:cubicBezTo>
                  <a:pt x="131" y="11"/>
                  <a:pt x="115" y="18"/>
                  <a:pt x="113" y="25"/>
                </a:cubicBezTo>
                <a:cubicBezTo>
                  <a:pt x="113" y="27"/>
                  <a:pt x="110" y="29"/>
                  <a:pt x="108" y="29"/>
                </a:cubicBezTo>
                <a:cubicBezTo>
                  <a:pt x="102" y="29"/>
                  <a:pt x="99" y="31"/>
                  <a:pt x="97" y="34"/>
                </a:cubicBezTo>
                <a:cubicBezTo>
                  <a:pt x="90" y="43"/>
                  <a:pt x="97" y="66"/>
                  <a:pt x="100" y="75"/>
                </a:cubicBezTo>
                <a:cubicBezTo>
                  <a:pt x="101" y="80"/>
                  <a:pt x="102" y="82"/>
                  <a:pt x="102" y="83"/>
                </a:cubicBezTo>
                <a:cubicBezTo>
                  <a:pt x="102" y="86"/>
                  <a:pt x="100" y="88"/>
                  <a:pt x="98" y="89"/>
                </a:cubicBezTo>
                <a:cubicBezTo>
                  <a:pt x="96" y="90"/>
                  <a:pt x="95" y="92"/>
                  <a:pt x="95" y="95"/>
                </a:cubicBezTo>
                <a:cubicBezTo>
                  <a:pt x="94" y="100"/>
                  <a:pt x="96" y="106"/>
                  <a:pt x="97" y="108"/>
                </a:cubicBezTo>
                <a:cubicBezTo>
                  <a:pt x="100" y="108"/>
                  <a:pt x="102" y="111"/>
                  <a:pt x="102" y="113"/>
                </a:cubicBezTo>
                <a:cubicBezTo>
                  <a:pt x="102" y="134"/>
                  <a:pt x="117" y="144"/>
                  <a:pt x="117" y="144"/>
                </a:cubicBezTo>
                <a:cubicBezTo>
                  <a:pt x="119" y="145"/>
                  <a:pt x="120" y="147"/>
                  <a:pt x="120" y="149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8"/>
                  <a:pt x="118" y="190"/>
                  <a:pt x="116" y="191"/>
                </a:cubicBezTo>
                <a:cubicBezTo>
                  <a:pt x="109" y="193"/>
                  <a:pt x="103" y="196"/>
                  <a:pt x="97" y="198"/>
                </a:cubicBezTo>
                <a:cubicBezTo>
                  <a:pt x="61" y="211"/>
                  <a:pt x="30" y="223"/>
                  <a:pt x="23" y="236"/>
                </a:cubicBezTo>
                <a:cubicBezTo>
                  <a:pt x="15" y="252"/>
                  <a:pt x="13" y="268"/>
                  <a:pt x="12" y="27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4A3AC36D-F97D-1442-B45E-7068581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7" y="116923"/>
            <a:ext cx="12115986" cy="33719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800" u="sng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Call Centre Application for Healthcare Client</a:t>
            </a:r>
          </a:p>
        </p:txBody>
      </p:sp>
      <p:pic>
        <p:nvPicPr>
          <p:cNvPr id="1026" name="Picture 2" descr="t4.ftcdn.net/jpg/05/25/22/63/360_F_525226337_x7lLR...">
            <a:extLst>
              <a:ext uri="{FF2B5EF4-FFF2-40B4-BE49-F238E27FC236}">
                <a16:creationId xmlns:a16="http://schemas.microsoft.com/office/drawing/2014/main" id="{06D7B3B9-C4A3-029E-4CBA-907E8E208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94" y="4601503"/>
            <a:ext cx="388654" cy="28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90657E0F-B8A5-A589-90B9-D7E64EA75DE1}"/>
              </a:ext>
            </a:extLst>
          </p:cNvPr>
          <p:cNvSpPr/>
          <p:nvPr/>
        </p:nvSpPr>
        <p:spPr>
          <a:xfrm>
            <a:off x="8997297" y="606056"/>
            <a:ext cx="1207645" cy="248336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dash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Segoe UI"/>
                <a:ea typeface="ＭＳ Ｐゴシック" charset="0"/>
                <a:cs typeface="+mn-cs"/>
              </a:rPr>
              <a:t>Scope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C5E383B-B51A-A5ED-E74D-E06E1E4698E5}"/>
              </a:ext>
            </a:extLst>
          </p:cNvPr>
          <p:cNvSpPr/>
          <p:nvPr/>
        </p:nvSpPr>
        <p:spPr>
          <a:xfrm>
            <a:off x="10307578" y="592685"/>
            <a:ext cx="1150551" cy="248336"/>
          </a:xfrm>
          <a:prstGeom prst="rect">
            <a:avLst/>
          </a:prstGeom>
          <a:solidFill>
            <a:srgbClr val="FFFFFF">
              <a:lumMod val="85000"/>
            </a:srgbClr>
          </a:solidFill>
          <a:ln w="6350" cap="flat" cmpd="sng" algn="ctr">
            <a:solidFill>
              <a:srgbClr val="C80000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Segoe UI"/>
                <a:ea typeface="ＭＳ Ｐゴシック" charset="0"/>
                <a:cs typeface="+mn-cs"/>
              </a:rPr>
              <a:t>Out of Scope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52A0E1CF-9DB0-A8E9-65FF-AED147C8B61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7671" y="4684089"/>
            <a:ext cx="471424" cy="38813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53D86361-31B8-CE75-029F-A37579D7D315}"/>
              </a:ext>
            </a:extLst>
          </p:cNvPr>
          <p:cNvSpPr/>
          <p:nvPr/>
        </p:nvSpPr>
        <p:spPr>
          <a:xfrm>
            <a:off x="2653272" y="4640368"/>
            <a:ext cx="1726223" cy="704182"/>
          </a:xfrm>
          <a:prstGeom prst="rect">
            <a:avLst/>
          </a:prstGeom>
          <a:noFill/>
          <a:ln w="12700" cap="flat" cmpd="sng" algn="ctr">
            <a:solidFill>
              <a:srgbClr val="7030A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pic>
        <p:nvPicPr>
          <p:cNvPr id="104" name="Picture 2" descr="Sharepoint | Maki">
            <a:extLst>
              <a:ext uri="{FF2B5EF4-FFF2-40B4-BE49-F238E27FC236}">
                <a16:creationId xmlns:a16="http://schemas.microsoft.com/office/drawing/2014/main" id="{D2715B06-C8C1-5EE8-26C0-599733187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787" y="4558995"/>
            <a:ext cx="830054" cy="21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9B55D26A-110F-20F8-FF02-36359B13DB1B}"/>
              </a:ext>
            </a:extLst>
          </p:cNvPr>
          <p:cNvSpPr txBox="1"/>
          <p:nvPr/>
        </p:nvSpPr>
        <p:spPr>
          <a:xfrm>
            <a:off x="2815115" y="4795130"/>
            <a:ext cx="119231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Document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89882E-B577-D8D2-0EF8-0B80C475BAD7}"/>
              </a:ext>
            </a:extLst>
          </p:cNvPr>
          <p:cNvSpPr txBox="1"/>
          <p:nvPr/>
        </p:nvSpPr>
        <p:spPr>
          <a:xfrm>
            <a:off x="2808596" y="5080090"/>
            <a:ext cx="119883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File Access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00C4E17-87C9-3998-F5D1-6860E792F03F}"/>
              </a:ext>
            </a:extLst>
          </p:cNvPr>
          <p:cNvSpPr txBox="1"/>
          <p:nvPr/>
        </p:nvSpPr>
        <p:spPr>
          <a:xfrm>
            <a:off x="2783626" y="3452389"/>
            <a:ext cx="169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Routing Rule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pic>
        <p:nvPicPr>
          <p:cNvPr id="110" name="Picture 12" descr="Dynamics 365 Logo and symbol, meaning, history, sign.">
            <a:extLst>
              <a:ext uri="{FF2B5EF4-FFF2-40B4-BE49-F238E27FC236}">
                <a16:creationId xmlns:a16="http://schemas.microsoft.com/office/drawing/2014/main" id="{A2F0FE09-2EF9-AEAB-8C93-B0B1DF3FE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1" t="3136" r="30500" b="3545"/>
          <a:stretch/>
        </p:blipFill>
        <p:spPr bwMode="auto">
          <a:xfrm>
            <a:off x="2861635" y="1936934"/>
            <a:ext cx="193985" cy="25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D21E1068-F5A1-7FCA-D615-AA90B4D9B0E9}"/>
              </a:ext>
            </a:extLst>
          </p:cNvPr>
          <p:cNvSpPr txBox="1"/>
          <p:nvPr/>
        </p:nvSpPr>
        <p:spPr>
          <a:xfrm>
            <a:off x="3153405" y="1944642"/>
            <a:ext cx="1975862" cy="161583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91440" bIns="0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Segoe UI Light 8" panose="020B0502040204020203" pitchFamily="34" charset="0"/>
                <a:cs typeface="Segoe UI Light 8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/>
                <a:ea typeface="ＭＳ Ｐゴシック" charset="0"/>
              </a:rPr>
              <a:t>D365 Customer Engagement</a:t>
            </a:r>
            <a:endPara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Black"/>
              <a:ea typeface="ＭＳ Ｐゴシック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B8564F-B9F8-E14A-C11B-AE117CDED69D}"/>
              </a:ext>
            </a:extLst>
          </p:cNvPr>
          <p:cNvSpPr txBox="1"/>
          <p:nvPr/>
        </p:nvSpPr>
        <p:spPr>
          <a:xfrm>
            <a:off x="4892444" y="5075585"/>
            <a:ext cx="10702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MS Exchange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AFB81-E64C-9ACD-FEB9-775A8EB225C2}"/>
              </a:ext>
            </a:extLst>
          </p:cNvPr>
          <p:cNvSpPr/>
          <p:nvPr/>
        </p:nvSpPr>
        <p:spPr>
          <a:xfrm>
            <a:off x="2555225" y="1064673"/>
            <a:ext cx="2660784" cy="616806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dash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Segoe UI"/>
              <a:ea typeface="ＭＳ Ｐゴシック" charset="0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6584A3-F5F9-D704-150D-4959BC329D14}"/>
              </a:ext>
            </a:extLst>
          </p:cNvPr>
          <p:cNvSpPr/>
          <p:nvPr/>
        </p:nvSpPr>
        <p:spPr>
          <a:xfrm>
            <a:off x="2415226" y="783175"/>
            <a:ext cx="2385684" cy="239941"/>
          </a:xfrm>
          <a:prstGeom prst="rect">
            <a:avLst/>
          </a:prstGeom>
        </p:spPr>
        <p:txBody>
          <a:bodyPr wrap="square" lIns="0" rIns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Member Portal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F92F98-1959-507B-FA59-699C4486371B}"/>
              </a:ext>
            </a:extLst>
          </p:cNvPr>
          <p:cNvSpPr txBox="1"/>
          <p:nvPr/>
        </p:nvSpPr>
        <p:spPr>
          <a:xfrm>
            <a:off x="2696473" y="1119531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Sign up and Login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FCF88D-D84B-6D47-0ABD-A8D83C41A119}"/>
              </a:ext>
            </a:extLst>
          </p:cNvPr>
          <p:cNvSpPr txBox="1"/>
          <p:nvPr/>
        </p:nvSpPr>
        <p:spPr>
          <a:xfrm>
            <a:off x="2696473" y="1376997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Create Case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F3CA1A-E375-1F6F-867E-342B446B99D7}"/>
              </a:ext>
            </a:extLst>
          </p:cNvPr>
          <p:cNvSpPr/>
          <p:nvPr/>
        </p:nvSpPr>
        <p:spPr>
          <a:xfrm>
            <a:off x="5751939" y="1074003"/>
            <a:ext cx="2682933" cy="61680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dash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Segoe UI"/>
              <a:ea typeface="ＭＳ Ｐゴシック" charset="0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22CAA9F-7441-275D-7FEE-AD234663CA57}"/>
              </a:ext>
            </a:extLst>
          </p:cNvPr>
          <p:cNvCxnSpPr>
            <a:cxnSpLocks/>
          </p:cNvCxnSpPr>
          <p:nvPr/>
        </p:nvCxnSpPr>
        <p:spPr>
          <a:xfrm>
            <a:off x="7404602" y="1666803"/>
            <a:ext cx="0" cy="217067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5CD7EA-B02D-6CC9-B334-A62857D0491B}"/>
              </a:ext>
            </a:extLst>
          </p:cNvPr>
          <p:cNvCxnSpPr>
            <a:cxnSpLocks/>
          </p:cNvCxnSpPr>
          <p:nvPr/>
        </p:nvCxnSpPr>
        <p:spPr>
          <a:xfrm flipV="1">
            <a:off x="3800705" y="1681479"/>
            <a:ext cx="0" cy="217067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8BAFAEC-B6FA-4015-2DA1-7FD9A89C4E52}"/>
              </a:ext>
            </a:extLst>
          </p:cNvPr>
          <p:cNvSpPr/>
          <p:nvPr/>
        </p:nvSpPr>
        <p:spPr>
          <a:xfrm>
            <a:off x="5945075" y="802086"/>
            <a:ext cx="2339287" cy="222089"/>
          </a:xfrm>
          <a:prstGeom prst="rect">
            <a:avLst/>
          </a:prstGeom>
        </p:spPr>
        <p:txBody>
          <a:bodyPr wrap="square" lIns="0" rIns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Provider Portal</a:t>
            </a:r>
          </a:p>
        </p:txBody>
      </p:sp>
      <p:sp>
        <p:nvSpPr>
          <p:cNvPr id="66" name="Freeform 26">
            <a:extLst>
              <a:ext uri="{FF2B5EF4-FFF2-40B4-BE49-F238E27FC236}">
                <a16:creationId xmlns:a16="http://schemas.microsoft.com/office/drawing/2014/main" id="{D984B270-BA7C-3A9F-DB76-24F7A4094431}"/>
              </a:ext>
            </a:extLst>
          </p:cNvPr>
          <p:cNvSpPr>
            <a:spLocks noEditPoints="1"/>
          </p:cNvSpPr>
          <p:nvPr/>
        </p:nvSpPr>
        <p:spPr bwMode="auto">
          <a:xfrm>
            <a:off x="4992525" y="816292"/>
            <a:ext cx="111457" cy="198877"/>
          </a:xfrm>
          <a:custGeom>
            <a:avLst/>
            <a:gdLst>
              <a:gd name="T0" fmla="*/ 31 w 247"/>
              <a:gd name="T1" fmla="*/ 170 h 434"/>
              <a:gd name="T2" fmla="*/ 40 w 247"/>
              <a:gd name="T3" fmla="*/ 198 h 434"/>
              <a:gd name="T4" fmla="*/ 62 w 247"/>
              <a:gd name="T5" fmla="*/ 214 h 434"/>
              <a:gd name="T6" fmla="*/ 82 w 247"/>
              <a:gd name="T7" fmla="*/ 218 h 434"/>
              <a:gd name="T8" fmla="*/ 90 w 247"/>
              <a:gd name="T9" fmla="*/ 224 h 434"/>
              <a:gd name="T10" fmla="*/ 93 w 247"/>
              <a:gd name="T11" fmla="*/ 233 h 434"/>
              <a:gd name="T12" fmla="*/ 155 w 247"/>
              <a:gd name="T13" fmla="*/ 403 h 434"/>
              <a:gd name="T14" fmla="*/ 156 w 247"/>
              <a:gd name="T15" fmla="*/ 228 h 434"/>
              <a:gd name="T16" fmla="*/ 162 w 247"/>
              <a:gd name="T17" fmla="*/ 220 h 434"/>
              <a:gd name="T18" fmla="*/ 170 w 247"/>
              <a:gd name="T19" fmla="*/ 217 h 434"/>
              <a:gd name="T20" fmla="*/ 198 w 247"/>
              <a:gd name="T21" fmla="*/ 209 h 434"/>
              <a:gd name="T22" fmla="*/ 215 w 247"/>
              <a:gd name="T23" fmla="*/ 185 h 434"/>
              <a:gd name="T24" fmla="*/ 217 w 247"/>
              <a:gd name="T25" fmla="*/ 31 h 434"/>
              <a:gd name="T26" fmla="*/ 16 w 247"/>
              <a:gd name="T27" fmla="*/ 0 h 434"/>
              <a:gd name="T28" fmla="*/ 237 w 247"/>
              <a:gd name="T29" fmla="*/ 1 h 434"/>
              <a:gd name="T30" fmla="*/ 245 w 247"/>
              <a:gd name="T31" fmla="*/ 7 h 434"/>
              <a:gd name="T32" fmla="*/ 247 w 247"/>
              <a:gd name="T33" fmla="*/ 16 h 434"/>
              <a:gd name="T34" fmla="*/ 245 w 247"/>
              <a:gd name="T35" fmla="*/ 192 h 434"/>
              <a:gd name="T36" fmla="*/ 223 w 247"/>
              <a:gd name="T37" fmla="*/ 227 h 434"/>
              <a:gd name="T38" fmla="*/ 186 w 247"/>
              <a:gd name="T39" fmla="*/ 247 h 434"/>
              <a:gd name="T40" fmla="*/ 185 w 247"/>
              <a:gd name="T41" fmla="*/ 424 h 434"/>
              <a:gd name="T42" fmla="*/ 179 w 247"/>
              <a:gd name="T43" fmla="*/ 431 h 434"/>
              <a:gd name="T44" fmla="*/ 170 w 247"/>
              <a:gd name="T45" fmla="*/ 434 h 434"/>
              <a:gd name="T46" fmla="*/ 72 w 247"/>
              <a:gd name="T47" fmla="*/ 433 h 434"/>
              <a:gd name="T48" fmla="*/ 64 w 247"/>
              <a:gd name="T49" fmla="*/ 427 h 434"/>
              <a:gd name="T50" fmla="*/ 62 w 247"/>
              <a:gd name="T51" fmla="*/ 418 h 434"/>
              <a:gd name="T52" fmla="*/ 41 w 247"/>
              <a:gd name="T53" fmla="*/ 240 h 434"/>
              <a:gd name="T54" fmla="*/ 11 w 247"/>
              <a:gd name="T55" fmla="*/ 212 h 434"/>
              <a:gd name="T56" fmla="*/ 0 w 247"/>
              <a:gd name="T57" fmla="*/ 170 h 434"/>
              <a:gd name="T58" fmla="*/ 1 w 247"/>
              <a:gd name="T59" fmla="*/ 10 h 434"/>
              <a:gd name="T60" fmla="*/ 6 w 247"/>
              <a:gd name="T61" fmla="*/ 4 h 434"/>
              <a:gd name="T62" fmla="*/ 16 w 247"/>
              <a:gd name="T63" fmla="*/ 0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7" h="434">
                <a:moveTo>
                  <a:pt x="31" y="31"/>
                </a:moveTo>
                <a:lnTo>
                  <a:pt x="31" y="170"/>
                </a:lnTo>
                <a:lnTo>
                  <a:pt x="33" y="185"/>
                </a:lnTo>
                <a:lnTo>
                  <a:pt x="40" y="198"/>
                </a:lnTo>
                <a:lnTo>
                  <a:pt x="49" y="209"/>
                </a:lnTo>
                <a:lnTo>
                  <a:pt x="62" y="214"/>
                </a:lnTo>
                <a:lnTo>
                  <a:pt x="77" y="217"/>
                </a:lnTo>
                <a:lnTo>
                  <a:pt x="82" y="218"/>
                </a:lnTo>
                <a:lnTo>
                  <a:pt x="86" y="220"/>
                </a:lnTo>
                <a:lnTo>
                  <a:pt x="90" y="224"/>
                </a:lnTo>
                <a:lnTo>
                  <a:pt x="92" y="228"/>
                </a:lnTo>
                <a:lnTo>
                  <a:pt x="93" y="233"/>
                </a:lnTo>
                <a:lnTo>
                  <a:pt x="93" y="403"/>
                </a:lnTo>
                <a:lnTo>
                  <a:pt x="155" y="403"/>
                </a:lnTo>
                <a:lnTo>
                  <a:pt x="155" y="233"/>
                </a:lnTo>
                <a:lnTo>
                  <a:pt x="156" y="228"/>
                </a:lnTo>
                <a:lnTo>
                  <a:pt x="158" y="224"/>
                </a:lnTo>
                <a:lnTo>
                  <a:pt x="162" y="220"/>
                </a:lnTo>
                <a:lnTo>
                  <a:pt x="165" y="218"/>
                </a:lnTo>
                <a:lnTo>
                  <a:pt x="170" y="217"/>
                </a:lnTo>
                <a:lnTo>
                  <a:pt x="185" y="214"/>
                </a:lnTo>
                <a:lnTo>
                  <a:pt x="198" y="209"/>
                </a:lnTo>
                <a:lnTo>
                  <a:pt x="208" y="198"/>
                </a:lnTo>
                <a:lnTo>
                  <a:pt x="215" y="185"/>
                </a:lnTo>
                <a:lnTo>
                  <a:pt x="217" y="170"/>
                </a:lnTo>
                <a:lnTo>
                  <a:pt x="217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232" y="0"/>
                </a:lnTo>
                <a:lnTo>
                  <a:pt x="237" y="1"/>
                </a:lnTo>
                <a:lnTo>
                  <a:pt x="242" y="4"/>
                </a:lnTo>
                <a:lnTo>
                  <a:pt x="245" y="7"/>
                </a:lnTo>
                <a:lnTo>
                  <a:pt x="247" y="10"/>
                </a:lnTo>
                <a:lnTo>
                  <a:pt x="247" y="16"/>
                </a:lnTo>
                <a:lnTo>
                  <a:pt x="247" y="170"/>
                </a:lnTo>
                <a:lnTo>
                  <a:pt x="245" y="192"/>
                </a:lnTo>
                <a:lnTo>
                  <a:pt x="236" y="212"/>
                </a:lnTo>
                <a:lnTo>
                  <a:pt x="223" y="227"/>
                </a:lnTo>
                <a:lnTo>
                  <a:pt x="206" y="240"/>
                </a:lnTo>
                <a:lnTo>
                  <a:pt x="186" y="247"/>
                </a:lnTo>
                <a:lnTo>
                  <a:pt x="186" y="418"/>
                </a:lnTo>
                <a:lnTo>
                  <a:pt x="185" y="424"/>
                </a:lnTo>
                <a:lnTo>
                  <a:pt x="183" y="427"/>
                </a:lnTo>
                <a:lnTo>
                  <a:pt x="179" y="431"/>
                </a:lnTo>
                <a:lnTo>
                  <a:pt x="176" y="433"/>
                </a:lnTo>
                <a:lnTo>
                  <a:pt x="170" y="434"/>
                </a:lnTo>
                <a:lnTo>
                  <a:pt x="77" y="434"/>
                </a:lnTo>
                <a:lnTo>
                  <a:pt x="72" y="433"/>
                </a:lnTo>
                <a:lnTo>
                  <a:pt x="68" y="431"/>
                </a:lnTo>
                <a:lnTo>
                  <a:pt x="64" y="427"/>
                </a:lnTo>
                <a:lnTo>
                  <a:pt x="62" y="424"/>
                </a:lnTo>
                <a:lnTo>
                  <a:pt x="62" y="418"/>
                </a:lnTo>
                <a:lnTo>
                  <a:pt x="62" y="247"/>
                </a:lnTo>
                <a:lnTo>
                  <a:pt x="41" y="240"/>
                </a:lnTo>
                <a:lnTo>
                  <a:pt x="25" y="227"/>
                </a:lnTo>
                <a:lnTo>
                  <a:pt x="11" y="212"/>
                </a:lnTo>
                <a:lnTo>
                  <a:pt x="3" y="192"/>
                </a:lnTo>
                <a:lnTo>
                  <a:pt x="0" y="170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6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67" name="Freeform 29">
            <a:extLst>
              <a:ext uri="{FF2B5EF4-FFF2-40B4-BE49-F238E27FC236}">
                <a16:creationId xmlns:a16="http://schemas.microsoft.com/office/drawing/2014/main" id="{BBAFFDCA-BC85-177A-932D-79B832C2F176}"/>
              </a:ext>
            </a:extLst>
          </p:cNvPr>
          <p:cNvSpPr>
            <a:spLocks noEditPoints="1"/>
          </p:cNvSpPr>
          <p:nvPr/>
        </p:nvSpPr>
        <p:spPr bwMode="auto">
          <a:xfrm>
            <a:off x="5006513" y="716853"/>
            <a:ext cx="83931" cy="85233"/>
          </a:xfrm>
          <a:custGeom>
            <a:avLst/>
            <a:gdLst>
              <a:gd name="T0" fmla="*/ 92 w 186"/>
              <a:gd name="T1" fmla="*/ 32 h 186"/>
              <a:gd name="T2" fmla="*/ 73 w 186"/>
              <a:gd name="T3" fmla="*/ 34 h 186"/>
              <a:gd name="T4" fmla="*/ 57 w 186"/>
              <a:gd name="T5" fmla="*/ 43 h 186"/>
              <a:gd name="T6" fmla="*/ 43 w 186"/>
              <a:gd name="T7" fmla="*/ 57 h 186"/>
              <a:gd name="T8" fmla="*/ 35 w 186"/>
              <a:gd name="T9" fmla="*/ 73 h 186"/>
              <a:gd name="T10" fmla="*/ 31 w 186"/>
              <a:gd name="T11" fmla="*/ 93 h 186"/>
              <a:gd name="T12" fmla="*/ 35 w 186"/>
              <a:gd name="T13" fmla="*/ 113 h 186"/>
              <a:gd name="T14" fmla="*/ 43 w 186"/>
              <a:gd name="T15" fmla="*/ 130 h 186"/>
              <a:gd name="T16" fmla="*/ 57 w 186"/>
              <a:gd name="T17" fmla="*/ 143 h 186"/>
              <a:gd name="T18" fmla="*/ 73 w 186"/>
              <a:gd name="T19" fmla="*/ 152 h 186"/>
              <a:gd name="T20" fmla="*/ 92 w 186"/>
              <a:gd name="T21" fmla="*/ 156 h 186"/>
              <a:gd name="T22" fmla="*/ 112 w 186"/>
              <a:gd name="T23" fmla="*/ 152 h 186"/>
              <a:gd name="T24" fmla="*/ 129 w 186"/>
              <a:gd name="T25" fmla="*/ 143 h 186"/>
              <a:gd name="T26" fmla="*/ 142 w 186"/>
              <a:gd name="T27" fmla="*/ 130 h 186"/>
              <a:gd name="T28" fmla="*/ 152 w 186"/>
              <a:gd name="T29" fmla="*/ 113 h 186"/>
              <a:gd name="T30" fmla="*/ 155 w 186"/>
              <a:gd name="T31" fmla="*/ 93 h 186"/>
              <a:gd name="T32" fmla="*/ 152 w 186"/>
              <a:gd name="T33" fmla="*/ 73 h 186"/>
              <a:gd name="T34" fmla="*/ 142 w 186"/>
              <a:gd name="T35" fmla="*/ 57 h 186"/>
              <a:gd name="T36" fmla="*/ 129 w 186"/>
              <a:gd name="T37" fmla="*/ 43 h 186"/>
              <a:gd name="T38" fmla="*/ 112 w 186"/>
              <a:gd name="T39" fmla="*/ 34 h 186"/>
              <a:gd name="T40" fmla="*/ 92 w 186"/>
              <a:gd name="T41" fmla="*/ 32 h 186"/>
              <a:gd name="T42" fmla="*/ 92 w 186"/>
              <a:gd name="T43" fmla="*/ 0 h 186"/>
              <a:gd name="T44" fmla="*/ 118 w 186"/>
              <a:gd name="T45" fmla="*/ 4 h 186"/>
              <a:gd name="T46" fmla="*/ 140 w 186"/>
              <a:gd name="T47" fmla="*/ 13 h 186"/>
              <a:gd name="T48" fmla="*/ 158 w 186"/>
              <a:gd name="T49" fmla="*/ 27 h 186"/>
              <a:gd name="T50" fmla="*/ 174 w 186"/>
              <a:gd name="T51" fmla="*/ 47 h 186"/>
              <a:gd name="T52" fmla="*/ 183 w 186"/>
              <a:gd name="T53" fmla="*/ 69 h 186"/>
              <a:gd name="T54" fmla="*/ 186 w 186"/>
              <a:gd name="T55" fmla="*/ 93 h 186"/>
              <a:gd name="T56" fmla="*/ 183 w 186"/>
              <a:gd name="T57" fmla="*/ 117 h 186"/>
              <a:gd name="T58" fmla="*/ 174 w 186"/>
              <a:gd name="T59" fmla="*/ 141 h 186"/>
              <a:gd name="T60" fmla="*/ 158 w 186"/>
              <a:gd name="T61" fmla="*/ 159 h 186"/>
              <a:gd name="T62" fmla="*/ 140 w 186"/>
              <a:gd name="T63" fmla="*/ 173 h 186"/>
              <a:gd name="T64" fmla="*/ 118 w 186"/>
              <a:gd name="T65" fmla="*/ 182 h 186"/>
              <a:gd name="T66" fmla="*/ 92 w 186"/>
              <a:gd name="T67" fmla="*/ 186 h 186"/>
              <a:gd name="T68" fmla="*/ 68 w 186"/>
              <a:gd name="T69" fmla="*/ 182 h 186"/>
              <a:gd name="T70" fmla="*/ 46 w 186"/>
              <a:gd name="T71" fmla="*/ 173 h 186"/>
              <a:gd name="T72" fmla="*/ 28 w 186"/>
              <a:gd name="T73" fmla="*/ 159 h 186"/>
              <a:gd name="T74" fmla="*/ 13 w 186"/>
              <a:gd name="T75" fmla="*/ 141 h 186"/>
              <a:gd name="T76" fmla="*/ 3 w 186"/>
              <a:gd name="T77" fmla="*/ 117 h 186"/>
              <a:gd name="T78" fmla="*/ 0 w 186"/>
              <a:gd name="T79" fmla="*/ 93 h 186"/>
              <a:gd name="T80" fmla="*/ 3 w 186"/>
              <a:gd name="T81" fmla="*/ 69 h 186"/>
              <a:gd name="T82" fmla="*/ 13 w 186"/>
              <a:gd name="T83" fmla="*/ 47 h 186"/>
              <a:gd name="T84" fmla="*/ 28 w 186"/>
              <a:gd name="T85" fmla="*/ 27 h 186"/>
              <a:gd name="T86" fmla="*/ 46 w 186"/>
              <a:gd name="T87" fmla="*/ 13 h 186"/>
              <a:gd name="T88" fmla="*/ 68 w 186"/>
              <a:gd name="T89" fmla="*/ 4 h 186"/>
              <a:gd name="T90" fmla="*/ 92 w 186"/>
              <a:gd name="T91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6" h="186">
                <a:moveTo>
                  <a:pt x="92" y="32"/>
                </a:moveTo>
                <a:lnTo>
                  <a:pt x="73" y="34"/>
                </a:lnTo>
                <a:lnTo>
                  <a:pt x="57" y="43"/>
                </a:lnTo>
                <a:lnTo>
                  <a:pt x="43" y="57"/>
                </a:lnTo>
                <a:lnTo>
                  <a:pt x="35" y="73"/>
                </a:lnTo>
                <a:lnTo>
                  <a:pt x="31" y="93"/>
                </a:lnTo>
                <a:lnTo>
                  <a:pt x="35" y="113"/>
                </a:lnTo>
                <a:lnTo>
                  <a:pt x="43" y="130"/>
                </a:lnTo>
                <a:lnTo>
                  <a:pt x="57" y="143"/>
                </a:lnTo>
                <a:lnTo>
                  <a:pt x="73" y="152"/>
                </a:lnTo>
                <a:lnTo>
                  <a:pt x="92" y="156"/>
                </a:lnTo>
                <a:lnTo>
                  <a:pt x="112" y="152"/>
                </a:lnTo>
                <a:lnTo>
                  <a:pt x="129" y="143"/>
                </a:lnTo>
                <a:lnTo>
                  <a:pt x="142" y="130"/>
                </a:lnTo>
                <a:lnTo>
                  <a:pt x="152" y="113"/>
                </a:lnTo>
                <a:lnTo>
                  <a:pt x="155" y="93"/>
                </a:lnTo>
                <a:lnTo>
                  <a:pt x="152" y="73"/>
                </a:lnTo>
                <a:lnTo>
                  <a:pt x="142" y="57"/>
                </a:lnTo>
                <a:lnTo>
                  <a:pt x="129" y="43"/>
                </a:lnTo>
                <a:lnTo>
                  <a:pt x="112" y="34"/>
                </a:lnTo>
                <a:lnTo>
                  <a:pt x="92" y="32"/>
                </a:lnTo>
                <a:close/>
                <a:moveTo>
                  <a:pt x="92" y="0"/>
                </a:moveTo>
                <a:lnTo>
                  <a:pt x="118" y="4"/>
                </a:lnTo>
                <a:lnTo>
                  <a:pt x="140" y="13"/>
                </a:lnTo>
                <a:lnTo>
                  <a:pt x="158" y="27"/>
                </a:lnTo>
                <a:lnTo>
                  <a:pt x="174" y="47"/>
                </a:lnTo>
                <a:lnTo>
                  <a:pt x="183" y="69"/>
                </a:lnTo>
                <a:lnTo>
                  <a:pt x="186" y="93"/>
                </a:lnTo>
                <a:lnTo>
                  <a:pt x="183" y="117"/>
                </a:lnTo>
                <a:lnTo>
                  <a:pt x="174" y="141"/>
                </a:lnTo>
                <a:lnTo>
                  <a:pt x="158" y="159"/>
                </a:lnTo>
                <a:lnTo>
                  <a:pt x="140" y="173"/>
                </a:lnTo>
                <a:lnTo>
                  <a:pt x="118" y="182"/>
                </a:lnTo>
                <a:lnTo>
                  <a:pt x="92" y="186"/>
                </a:lnTo>
                <a:lnTo>
                  <a:pt x="68" y="182"/>
                </a:lnTo>
                <a:lnTo>
                  <a:pt x="46" y="173"/>
                </a:lnTo>
                <a:lnTo>
                  <a:pt x="28" y="159"/>
                </a:lnTo>
                <a:lnTo>
                  <a:pt x="13" y="141"/>
                </a:lnTo>
                <a:lnTo>
                  <a:pt x="3" y="117"/>
                </a:lnTo>
                <a:lnTo>
                  <a:pt x="0" y="93"/>
                </a:lnTo>
                <a:lnTo>
                  <a:pt x="3" y="69"/>
                </a:lnTo>
                <a:lnTo>
                  <a:pt x="13" y="47"/>
                </a:lnTo>
                <a:lnTo>
                  <a:pt x="28" y="27"/>
                </a:lnTo>
                <a:lnTo>
                  <a:pt x="46" y="13"/>
                </a:lnTo>
                <a:lnTo>
                  <a:pt x="68" y="4"/>
                </a:lnTo>
                <a:lnTo>
                  <a:pt x="92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75" name="Freeform 24">
            <a:extLst>
              <a:ext uri="{FF2B5EF4-FFF2-40B4-BE49-F238E27FC236}">
                <a16:creationId xmlns:a16="http://schemas.microsoft.com/office/drawing/2014/main" id="{2B10FD0C-F38B-1142-9B7D-6F33913CBC77}"/>
              </a:ext>
            </a:extLst>
          </p:cNvPr>
          <p:cNvSpPr>
            <a:spLocks noEditPoints="1"/>
          </p:cNvSpPr>
          <p:nvPr/>
        </p:nvSpPr>
        <p:spPr bwMode="auto">
          <a:xfrm>
            <a:off x="5132077" y="862012"/>
            <a:ext cx="83931" cy="142055"/>
          </a:xfrm>
          <a:custGeom>
            <a:avLst/>
            <a:gdLst>
              <a:gd name="T0" fmla="*/ 31 w 186"/>
              <a:gd name="T1" fmla="*/ 109 h 310"/>
              <a:gd name="T2" fmla="*/ 33 w 186"/>
              <a:gd name="T3" fmla="*/ 131 h 310"/>
              <a:gd name="T4" fmla="*/ 39 w 186"/>
              <a:gd name="T5" fmla="*/ 139 h 310"/>
              <a:gd name="T6" fmla="*/ 46 w 186"/>
              <a:gd name="T7" fmla="*/ 140 h 310"/>
              <a:gd name="T8" fmla="*/ 55 w 186"/>
              <a:gd name="T9" fmla="*/ 142 h 310"/>
              <a:gd name="T10" fmla="*/ 61 w 186"/>
              <a:gd name="T11" fmla="*/ 151 h 310"/>
              <a:gd name="T12" fmla="*/ 62 w 186"/>
              <a:gd name="T13" fmla="*/ 279 h 310"/>
              <a:gd name="T14" fmla="*/ 124 w 186"/>
              <a:gd name="T15" fmla="*/ 155 h 310"/>
              <a:gd name="T16" fmla="*/ 127 w 186"/>
              <a:gd name="T17" fmla="*/ 146 h 310"/>
              <a:gd name="T18" fmla="*/ 134 w 186"/>
              <a:gd name="T19" fmla="*/ 140 h 310"/>
              <a:gd name="T20" fmla="*/ 143 w 186"/>
              <a:gd name="T21" fmla="*/ 139 h 310"/>
              <a:gd name="T22" fmla="*/ 149 w 186"/>
              <a:gd name="T23" fmla="*/ 136 h 310"/>
              <a:gd name="T24" fmla="*/ 154 w 186"/>
              <a:gd name="T25" fmla="*/ 122 h 310"/>
              <a:gd name="T26" fmla="*/ 155 w 186"/>
              <a:gd name="T27" fmla="*/ 31 h 310"/>
              <a:gd name="T28" fmla="*/ 16 w 186"/>
              <a:gd name="T29" fmla="*/ 0 h 310"/>
              <a:gd name="T30" fmla="*/ 176 w 186"/>
              <a:gd name="T31" fmla="*/ 1 h 310"/>
              <a:gd name="T32" fmla="*/ 183 w 186"/>
              <a:gd name="T33" fmla="*/ 7 h 310"/>
              <a:gd name="T34" fmla="*/ 186 w 186"/>
              <a:gd name="T35" fmla="*/ 16 h 310"/>
              <a:gd name="T36" fmla="*/ 184 w 186"/>
              <a:gd name="T37" fmla="*/ 131 h 310"/>
              <a:gd name="T38" fmla="*/ 169 w 186"/>
              <a:gd name="T39" fmla="*/ 161 h 310"/>
              <a:gd name="T40" fmla="*/ 155 w 186"/>
              <a:gd name="T41" fmla="*/ 294 h 310"/>
              <a:gd name="T42" fmla="*/ 151 w 186"/>
              <a:gd name="T43" fmla="*/ 303 h 310"/>
              <a:gd name="T44" fmla="*/ 144 w 186"/>
              <a:gd name="T45" fmla="*/ 309 h 310"/>
              <a:gd name="T46" fmla="*/ 46 w 186"/>
              <a:gd name="T47" fmla="*/ 310 h 310"/>
              <a:gd name="T48" fmla="*/ 37 w 186"/>
              <a:gd name="T49" fmla="*/ 307 h 310"/>
              <a:gd name="T50" fmla="*/ 32 w 186"/>
              <a:gd name="T51" fmla="*/ 300 h 310"/>
              <a:gd name="T52" fmla="*/ 31 w 186"/>
              <a:gd name="T53" fmla="*/ 168 h 310"/>
              <a:gd name="T54" fmla="*/ 8 w 186"/>
              <a:gd name="T55" fmla="*/ 148 h 310"/>
              <a:gd name="T56" fmla="*/ 0 w 186"/>
              <a:gd name="T57" fmla="*/ 109 h 310"/>
              <a:gd name="T58" fmla="*/ 1 w 186"/>
              <a:gd name="T59" fmla="*/ 10 h 310"/>
              <a:gd name="T60" fmla="*/ 7 w 186"/>
              <a:gd name="T61" fmla="*/ 4 h 310"/>
              <a:gd name="T62" fmla="*/ 16 w 186"/>
              <a:gd name="T63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" h="310">
                <a:moveTo>
                  <a:pt x="31" y="31"/>
                </a:moveTo>
                <a:lnTo>
                  <a:pt x="31" y="109"/>
                </a:lnTo>
                <a:lnTo>
                  <a:pt x="32" y="122"/>
                </a:lnTo>
                <a:lnTo>
                  <a:pt x="33" y="131"/>
                </a:lnTo>
                <a:lnTo>
                  <a:pt x="36" y="136"/>
                </a:lnTo>
                <a:lnTo>
                  <a:pt x="39" y="139"/>
                </a:lnTo>
                <a:lnTo>
                  <a:pt x="43" y="139"/>
                </a:lnTo>
                <a:lnTo>
                  <a:pt x="46" y="140"/>
                </a:lnTo>
                <a:lnTo>
                  <a:pt x="52" y="140"/>
                </a:lnTo>
                <a:lnTo>
                  <a:pt x="55" y="142"/>
                </a:lnTo>
                <a:lnTo>
                  <a:pt x="59" y="146"/>
                </a:lnTo>
                <a:lnTo>
                  <a:pt x="61" y="151"/>
                </a:lnTo>
                <a:lnTo>
                  <a:pt x="62" y="155"/>
                </a:lnTo>
                <a:lnTo>
                  <a:pt x="62" y="279"/>
                </a:lnTo>
                <a:lnTo>
                  <a:pt x="124" y="279"/>
                </a:lnTo>
                <a:lnTo>
                  <a:pt x="124" y="155"/>
                </a:lnTo>
                <a:lnTo>
                  <a:pt x="125" y="151"/>
                </a:lnTo>
                <a:lnTo>
                  <a:pt x="127" y="146"/>
                </a:lnTo>
                <a:lnTo>
                  <a:pt x="131" y="142"/>
                </a:lnTo>
                <a:lnTo>
                  <a:pt x="134" y="140"/>
                </a:lnTo>
                <a:lnTo>
                  <a:pt x="140" y="140"/>
                </a:lnTo>
                <a:lnTo>
                  <a:pt x="143" y="139"/>
                </a:lnTo>
                <a:lnTo>
                  <a:pt x="147" y="139"/>
                </a:lnTo>
                <a:lnTo>
                  <a:pt x="149" y="136"/>
                </a:lnTo>
                <a:lnTo>
                  <a:pt x="153" y="131"/>
                </a:lnTo>
                <a:lnTo>
                  <a:pt x="154" y="122"/>
                </a:lnTo>
                <a:lnTo>
                  <a:pt x="155" y="109"/>
                </a:lnTo>
                <a:lnTo>
                  <a:pt x="155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170" y="0"/>
                </a:lnTo>
                <a:lnTo>
                  <a:pt x="176" y="1"/>
                </a:lnTo>
                <a:lnTo>
                  <a:pt x="179" y="4"/>
                </a:lnTo>
                <a:lnTo>
                  <a:pt x="183" y="7"/>
                </a:lnTo>
                <a:lnTo>
                  <a:pt x="185" y="10"/>
                </a:lnTo>
                <a:lnTo>
                  <a:pt x="186" y="16"/>
                </a:lnTo>
                <a:lnTo>
                  <a:pt x="186" y="109"/>
                </a:lnTo>
                <a:lnTo>
                  <a:pt x="184" y="131"/>
                </a:lnTo>
                <a:lnTo>
                  <a:pt x="178" y="148"/>
                </a:lnTo>
                <a:lnTo>
                  <a:pt x="169" y="161"/>
                </a:lnTo>
                <a:lnTo>
                  <a:pt x="155" y="168"/>
                </a:lnTo>
                <a:lnTo>
                  <a:pt x="155" y="294"/>
                </a:lnTo>
                <a:lnTo>
                  <a:pt x="154" y="300"/>
                </a:lnTo>
                <a:lnTo>
                  <a:pt x="151" y="303"/>
                </a:lnTo>
                <a:lnTo>
                  <a:pt x="148" y="307"/>
                </a:lnTo>
                <a:lnTo>
                  <a:pt x="144" y="309"/>
                </a:lnTo>
                <a:lnTo>
                  <a:pt x="140" y="310"/>
                </a:lnTo>
                <a:lnTo>
                  <a:pt x="46" y="310"/>
                </a:lnTo>
                <a:lnTo>
                  <a:pt x="41" y="309"/>
                </a:lnTo>
                <a:lnTo>
                  <a:pt x="37" y="307"/>
                </a:lnTo>
                <a:lnTo>
                  <a:pt x="34" y="303"/>
                </a:lnTo>
                <a:lnTo>
                  <a:pt x="32" y="300"/>
                </a:lnTo>
                <a:lnTo>
                  <a:pt x="31" y="294"/>
                </a:lnTo>
                <a:lnTo>
                  <a:pt x="31" y="168"/>
                </a:lnTo>
                <a:lnTo>
                  <a:pt x="17" y="161"/>
                </a:lnTo>
                <a:lnTo>
                  <a:pt x="8" y="148"/>
                </a:lnTo>
                <a:lnTo>
                  <a:pt x="2" y="131"/>
                </a:lnTo>
                <a:lnTo>
                  <a:pt x="0" y="109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7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76" name="Freeform 27">
            <a:extLst>
              <a:ext uri="{FF2B5EF4-FFF2-40B4-BE49-F238E27FC236}">
                <a16:creationId xmlns:a16="http://schemas.microsoft.com/office/drawing/2014/main" id="{807FF211-699F-0D6F-B937-ECC286C7E95A}"/>
              </a:ext>
            </a:extLst>
          </p:cNvPr>
          <p:cNvSpPr>
            <a:spLocks noEditPoints="1"/>
          </p:cNvSpPr>
          <p:nvPr/>
        </p:nvSpPr>
        <p:spPr bwMode="auto">
          <a:xfrm>
            <a:off x="5146065" y="790984"/>
            <a:ext cx="55954" cy="56822"/>
          </a:xfrm>
          <a:custGeom>
            <a:avLst/>
            <a:gdLst>
              <a:gd name="T0" fmla="*/ 61 w 124"/>
              <a:gd name="T1" fmla="*/ 31 h 124"/>
              <a:gd name="T2" fmla="*/ 50 w 124"/>
              <a:gd name="T3" fmla="*/ 33 h 124"/>
              <a:gd name="T4" fmla="*/ 40 w 124"/>
              <a:gd name="T5" fmla="*/ 40 h 124"/>
              <a:gd name="T6" fmla="*/ 34 w 124"/>
              <a:gd name="T7" fmla="*/ 50 h 124"/>
              <a:gd name="T8" fmla="*/ 31 w 124"/>
              <a:gd name="T9" fmla="*/ 62 h 124"/>
              <a:gd name="T10" fmla="*/ 34 w 124"/>
              <a:gd name="T11" fmla="*/ 74 h 124"/>
              <a:gd name="T12" fmla="*/ 40 w 124"/>
              <a:gd name="T13" fmla="*/ 84 h 124"/>
              <a:gd name="T14" fmla="*/ 50 w 124"/>
              <a:gd name="T15" fmla="*/ 91 h 124"/>
              <a:gd name="T16" fmla="*/ 61 w 124"/>
              <a:gd name="T17" fmla="*/ 94 h 124"/>
              <a:gd name="T18" fmla="*/ 74 w 124"/>
              <a:gd name="T19" fmla="*/ 91 h 124"/>
              <a:gd name="T20" fmla="*/ 83 w 124"/>
              <a:gd name="T21" fmla="*/ 84 h 124"/>
              <a:gd name="T22" fmla="*/ 90 w 124"/>
              <a:gd name="T23" fmla="*/ 74 h 124"/>
              <a:gd name="T24" fmla="*/ 93 w 124"/>
              <a:gd name="T25" fmla="*/ 62 h 124"/>
              <a:gd name="T26" fmla="*/ 90 w 124"/>
              <a:gd name="T27" fmla="*/ 50 h 124"/>
              <a:gd name="T28" fmla="*/ 83 w 124"/>
              <a:gd name="T29" fmla="*/ 40 h 124"/>
              <a:gd name="T30" fmla="*/ 74 w 124"/>
              <a:gd name="T31" fmla="*/ 33 h 124"/>
              <a:gd name="T32" fmla="*/ 61 w 124"/>
              <a:gd name="T33" fmla="*/ 31 h 124"/>
              <a:gd name="T34" fmla="*/ 61 w 124"/>
              <a:gd name="T35" fmla="*/ 0 h 124"/>
              <a:gd name="T36" fmla="*/ 81 w 124"/>
              <a:gd name="T37" fmla="*/ 3 h 124"/>
              <a:gd name="T38" fmla="*/ 98 w 124"/>
              <a:gd name="T39" fmla="*/ 13 h 124"/>
              <a:gd name="T40" fmla="*/ 112 w 124"/>
              <a:gd name="T41" fmla="*/ 25 h 124"/>
              <a:gd name="T42" fmla="*/ 120 w 124"/>
              <a:gd name="T43" fmla="*/ 43 h 124"/>
              <a:gd name="T44" fmla="*/ 124 w 124"/>
              <a:gd name="T45" fmla="*/ 62 h 124"/>
              <a:gd name="T46" fmla="*/ 120 w 124"/>
              <a:gd name="T47" fmla="*/ 82 h 124"/>
              <a:gd name="T48" fmla="*/ 112 w 124"/>
              <a:gd name="T49" fmla="*/ 98 h 124"/>
              <a:gd name="T50" fmla="*/ 98 w 124"/>
              <a:gd name="T51" fmla="*/ 112 h 124"/>
              <a:gd name="T52" fmla="*/ 81 w 124"/>
              <a:gd name="T53" fmla="*/ 121 h 124"/>
              <a:gd name="T54" fmla="*/ 61 w 124"/>
              <a:gd name="T55" fmla="*/ 124 h 124"/>
              <a:gd name="T56" fmla="*/ 43 w 124"/>
              <a:gd name="T57" fmla="*/ 121 h 124"/>
              <a:gd name="T58" fmla="*/ 25 w 124"/>
              <a:gd name="T59" fmla="*/ 112 h 124"/>
              <a:gd name="T60" fmla="*/ 12 w 124"/>
              <a:gd name="T61" fmla="*/ 98 h 124"/>
              <a:gd name="T62" fmla="*/ 3 w 124"/>
              <a:gd name="T63" fmla="*/ 82 h 124"/>
              <a:gd name="T64" fmla="*/ 0 w 124"/>
              <a:gd name="T65" fmla="*/ 62 h 124"/>
              <a:gd name="T66" fmla="*/ 3 w 124"/>
              <a:gd name="T67" fmla="*/ 43 h 124"/>
              <a:gd name="T68" fmla="*/ 12 w 124"/>
              <a:gd name="T69" fmla="*/ 25 h 124"/>
              <a:gd name="T70" fmla="*/ 25 w 124"/>
              <a:gd name="T71" fmla="*/ 13 h 124"/>
              <a:gd name="T72" fmla="*/ 43 w 124"/>
              <a:gd name="T73" fmla="*/ 3 h 124"/>
              <a:gd name="T74" fmla="*/ 61 w 124"/>
              <a:gd name="T7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124">
                <a:moveTo>
                  <a:pt x="61" y="31"/>
                </a:moveTo>
                <a:lnTo>
                  <a:pt x="50" y="33"/>
                </a:lnTo>
                <a:lnTo>
                  <a:pt x="40" y="40"/>
                </a:lnTo>
                <a:lnTo>
                  <a:pt x="34" y="50"/>
                </a:lnTo>
                <a:lnTo>
                  <a:pt x="31" y="62"/>
                </a:lnTo>
                <a:lnTo>
                  <a:pt x="34" y="74"/>
                </a:lnTo>
                <a:lnTo>
                  <a:pt x="40" y="84"/>
                </a:lnTo>
                <a:lnTo>
                  <a:pt x="50" y="91"/>
                </a:lnTo>
                <a:lnTo>
                  <a:pt x="61" y="94"/>
                </a:lnTo>
                <a:lnTo>
                  <a:pt x="74" y="91"/>
                </a:lnTo>
                <a:lnTo>
                  <a:pt x="83" y="84"/>
                </a:lnTo>
                <a:lnTo>
                  <a:pt x="90" y="74"/>
                </a:lnTo>
                <a:lnTo>
                  <a:pt x="93" y="62"/>
                </a:lnTo>
                <a:lnTo>
                  <a:pt x="90" y="50"/>
                </a:lnTo>
                <a:lnTo>
                  <a:pt x="83" y="40"/>
                </a:lnTo>
                <a:lnTo>
                  <a:pt x="74" y="33"/>
                </a:lnTo>
                <a:lnTo>
                  <a:pt x="61" y="31"/>
                </a:lnTo>
                <a:close/>
                <a:moveTo>
                  <a:pt x="61" y="0"/>
                </a:moveTo>
                <a:lnTo>
                  <a:pt x="81" y="3"/>
                </a:lnTo>
                <a:lnTo>
                  <a:pt x="98" y="13"/>
                </a:lnTo>
                <a:lnTo>
                  <a:pt x="112" y="25"/>
                </a:lnTo>
                <a:lnTo>
                  <a:pt x="120" y="43"/>
                </a:lnTo>
                <a:lnTo>
                  <a:pt x="124" y="62"/>
                </a:lnTo>
                <a:lnTo>
                  <a:pt x="120" y="82"/>
                </a:lnTo>
                <a:lnTo>
                  <a:pt x="112" y="98"/>
                </a:lnTo>
                <a:lnTo>
                  <a:pt x="98" y="112"/>
                </a:lnTo>
                <a:lnTo>
                  <a:pt x="81" y="121"/>
                </a:lnTo>
                <a:lnTo>
                  <a:pt x="61" y="124"/>
                </a:lnTo>
                <a:lnTo>
                  <a:pt x="43" y="121"/>
                </a:lnTo>
                <a:lnTo>
                  <a:pt x="25" y="112"/>
                </a:lnTo>
                <a:lnTo>
                  <a:pt x="12" y="98"/>
                </a:lnTo>
                <a:lnTo>
                  <a:pt x="3" y="82"/>
                </a:lnTo>
                <a:lnTo>
                  <a:pt x="0" y="62"/>
                </a:lnTo>
                <a:lnTo>
                  <a:pt x="3" y="43"/>
                </a:lnTo>
                <a:lnTo>
                  <a:pt x="12" y="25"/>
                </a:lnTo>
                <a:lnTo>
                  <a:pt x="25" y="13"/>
                </a:lnTo>
                <a:lnTo>
                  <a:pt x="43" y="3"/>
                </a:lnTo>
                <a:lnTo>
                  <a:pt x="61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77" name="Freeform 24">
            <a:extLst>
              <a:ext uri="{FF2B5EF4-FFF2-40B4-BE49-F238E27FC236}">
                <a16:creationId xmlns:a16="http://schemas.microsoft.com/office/drawing/2014/main" id="{45B0A85E-9578-C458-AAF4-C8DE7DFA0B6E}"/>
              </a:ext>
            </a:extLst>
          </p:cNvPr>
          <p:cNvSpPr>
            <a:spLocks noEditPoints="1"/>
          </p:cNvSpPr>
          <p:nvPr/>
        </p:nvSpPr>
        <p:spPr bwMode="auto">
          <a:xfrm>
            <a:off x="4872997" y="869632"/>
            <a:ext cx="83931" cy="142055"/>
          </a:xfrm>
          <a:custGeom>
            <a:avLst/>
            <a:gdLst>
              <a:gd name="T0" fmla="*/ 31 w 186"/>
              <a:gd name="T1" fmla="*/ 109 h 310"/>
              <a:gd name="T2" fmla="*/ 33 w 186"/>
              <a:gd name="T3" fmla="*/ 131 h 310"/>
              <a:gd name="T4" fmla="*/ 39 w 186"/>
              <a:gd name="T5" fmla="*/ 139 h 310"/>
              <a:gd name="T6" fmla="*/ 46 w 186"/>
              <a:gd name="T7" fmla="*/ 140 h 310"/>
              <a:gd name="T8" fmla="*/ 55 w 186"/>
              <a:gd name="T9" fmla="*/ 142 h 310"/>
              <a:gd name="T10" fmla="*/ 61 w 186"/>
              <a:gd name="T11" fmla="*/ 151 h 310"/>
              <a:gd name="T12" fmla="*/ 62 w 186"/>
              <a:gd name="T13" fmla="*/ 279 h 310"/>
              <a:gd name="T14" fmla="*/ 124 w 186"/>
              <a:gd name="T15" fmla="*/ 155 h 310"/>
              <a:gd name="T16" fmla="*/ 127 w 186"/>
              <a:gd name="T17" fmla="*/ 146 h 310"/>
              <a:gd name="T18" fmla="*/ 134 w 186"/>
              <a:gd name="T19" fmla="*/ 140 h 310"/>
              <a:gd name="T20" fmla="*/ 143 w 186"/>
              <a:gd name="T21" fmla="*/ 139 h 310"/>
              <a:gd name="T22" fmla="*/ 149 w 186"/>
              <a:gd name="T23" fmla="*/ 136 h 310"/>
              <a:gd name="T24" fmla="*/ 154 w 186"/>
              <a:gd name="T25" fmla="*/ 122 h 310"/>
              <a:gd name="T26" fmla="*/ 155 w 186"/>
              <a:gd name="T27" fmla="*/ 31 h 310"/>
              <a:gd name="T28" fmla="*/ 16 w 186"/>
              <a:gd name="T29" fmla="*/ 0 h 310"/>
              <a:gd name="T30" fmla="*/ 176 w 186"/>
              <a:gd name="T31" fmla="*/ 1 h 310"/>
              <a:gd name="T32" fmla="*/ 183 w 186"/>
              <a:gd name="T33" fmla="*/ 7 h 310"/>
              <a:gd name="T34" fmla="*/ 186 w 186"/>
              <a:gd name="T35" fmla="*/ 16 h 310"/>
              <a:gd name="T36" fmla="*/ 184 w 186"/>
              <a:gd name="T37" fmla="*/ 131 h 310"/>
              <a:gd name="T38" fmla="*/ 169 w 186"/>
              <a:gd name="T39" fmla="*/ 161 h 310"/>
              <a:gd name="T40" fmla="*/ 155 w 186"/>
              <a:gd name="T41" fmla="*/ 294 h 310"/>
              <a:gd name="T42" fmla="*/ 151 w 186"/>
              <a:gd name="T43" fmla="*/ 303 h 310"/>
              <a:gd name="T44" fmla="*/ 144 w 186"/>
              <a:gd name="T45" fmla="*/ 309 h 310"/>
              <a:gd name="T46" fmla="*/ 46 w 186"/>
              <a:gd name="T47" fmla="*/ 310 h 310"/>
              <a:gd name="T48" fmla="*/ 37 w 186"/>
              <a:gd name="T49" fmla="*/ 307 h 310"/>
              <a:gd name="T50" fmla="*/ 32 w 186"/>
              <a:gd name="T51" fmla="*/ 300 h 310"/>
              <a:gd name="T52" fmla="*/ 31 w 186"/>
              <a:gd name="T53" fmla="*/ 168 h 310"/>
              <a:gd name="T54" fmla="*/ 8 w 186"/>
              <a:gd name="T55" fmla="*/ 148 h 310"/>
              <a:gd name="T56" fmla="*/ 0 w 186"/>
              <a:gd name="T57" fmla="*/ 109 h 310"/>
              <a:gd name="T58" fmla="*/ 1 w 186"/>
              <a:gd name="T59" fmla="*/ 10 h 310"/>
              <a:gd name="T60" fmla="*/ 7 w 186"/>
              <a:gd name="T61" fmla="*/ 4 h 310"/>
              <a:gd name="T62" fmla="*/ 16 w 186"/>
              <a:gd name="T63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" h="310">
                <a:moveTo>
                  <a:pt x="31" y="31"/>
                </a:moveTo>
                <a:lnTo>
                  <a:pt x="31" y="109"/>
                </a:lnTo>
                <a:lnTo>
                  <a:pt x="32" y="122"/>
                </a:lnTo>
                <a:lnTo>
                  <a:pt x="33" y="131"/>
                </a:lnTo>
                <a:lnTo>
                  <a:pt x="36" y="136"/>
                </a:lnTo>
                <a:lnTo>
                  <a:pt x="39" y="139"/>
                </a:lnTo>
                <a:lnTo>
                  <a:pt x="43" y="139"/>
                </a:lnTo>
                <a:lnTo>
                  <a:pt x="46" y="140"/>
                </a:lnTo>
                <a:lnTo>
                  <a:pt x="52" y="140"/>
                </a:lnTo>
                <a:lnTo>
                  <a:pt x="55" y="142"/>
                </a:lnTo>
                <a:lnTo>
                  <a:pt x="59" y="146"/>
                </a:lnTo>
                <a:lnTo>
                  <a:pt x="61" y="151"/>
                </a:lnTo>
                <a:lnTo>
                  <a:pt x="62" y="155"/>
                </a:lnTo>
                <a:lnTo>
                  <a:pt x="62" y="279"/>
                </a:lnTo>
                <a:lnTo>
                  <a:pt x="124" y="279"/>
                </a:lnTo>
                <a:lnTo>
                  <a:pt x="124" y="155"/>
                </a:lnTo>
                <a:lnTo>
                  <a:pt x="125" y="151"/>
                </a:lnTo>
                <a:lnTo>
                  <a:pt x="127" y="146"/>
                </a:lnTo>
                <a:lnTo>
                  <a:pt x="131" y="142"/>
                </a:lnTo>
                <a:lnTo>
                  <a:pt x="134" y="140"/>
                </a:lnTo>
                <a:lnTo>
                  <a:pt x="140" y="140"/>
                </a:lnTo>
                <a:lnTo>
                  <a:pt x="143" y="139"/>
                </a:lnTo>
                <a:lnTo>
                  <a:pt x="147" y="139"/>
                </a:lnTo>
                <a:lnTo>
                  <a:pt x="149" y="136"/>
                </a:lnTo>
                <a:lnTo>
                  <a:pt x="153" y="131"/>
                </a:lnTo>
                <a:lnTo>
                  <a:pt x="154" y="122"/>
                </a:lnTo>
                <a:lnTo>
                  <a:pt x="155" y="109"/>
                </a:lnTo>
                <a:lnTo>
                  <a:pt x="155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170" y="0"/>
                </a:lnTo>
                <a:lnTo>
                  <a:pt x="176" y="1"/>
                </a:lnTo>
                <a:lnTo>
                  <a:pt x="179" y="4"/>
                </a:lnTo>
                <a:lnTo>
                  <a:pt x="183" y="7"/>
                </a:lnTo>
                <a:lnTo>
                  <a:pt x="185" y="10"/>
                </a:lnTo>
                <a:lnTo>
                  <a:pt x="186" y="16"/>
                </a:lnTo>
                <a:lnTo>
                  <a:pt x="186" y="109"/>
                </a:lnTo>
                <a:lnTo>
                  <a:pt x="184" y="131"/>
                </a:lnTo>
                <a:lnTo>
                  <a:pt x="178" y="148"/>
                </a:lnTo>
                <a:lnTo>
                  <a:pt x="169" y="161"/>
                </a:lnTo>
                <a:lnTo>
                  <a:pt x="155" y="168"/>
                </a:lnTo>
                <a:lnTo>
                  <a:pt x="155" y="294"/>
                </a:lnTo>
                <a:lnTo>
                  <a:pt x="154" y="300"/>
                </a:lnTo>
                <a:lnTo>
                  <a:pt x="151" y="303"/>
                </a:lnTo>
                <a:lnTo>
                  <a:pt x="148" y="307"/>
                </a:lnTo>
                <a:lnTo>
                  <a:pt x="144" y="309"/>
                </a:lnTo>
                <a:lnTo>
                  <a:pt x="140" y="310"/>
                </a:lnTo>
                <a:lnTo>
                  <a:pt x="46" y="310"/>
                </a:lnTo>
                <a:lnTo>
                  <a:pt x="41" y="309"/>
                </a:lnTo>
                <a:lnTo>
                  <a:pt x="37" y="307"/>
                </a:lnTo>
                <a:lnTo>
                  <a:pt x="34" y="303"/>
                </a:lnTo>
                <a:lnTo>
                  <a:pt x="32" y="300"/>
                </a:lnTo>
                <a:lnTo>
                  <a:pt x="31" y="294"/>
                </a:lnTo>
                <a:lnTo>
                  <a:pt x="31" y="168"/>
                </a:lnTo>
                <a:lnTo>
                  <a:pt x="17" y="161"/>
                </a:lnTo>
                <a:lnTo>
                  <a:pt x="8" y="148"/>
                </a:lnTo>
                <a:lnTo>
                  <a:pt x="2" y="131"/>
                </a:lnTo>
                <a:lnTo>
                  <a:pt x="0" y="109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7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78" name="Freeform 27">
            <a:extLst>
              <a:ext uri="{FF2B5EF4-FFF2-40B4-BE49-F238E27FC236}">
                <a16:creationId xmlns:a16="http://schemas.microsoft.com/office/drawing/2014/main" id="{C2CD3770-EEBA-9C2E-46E6-6BD22AD9C350}"/>
              </a:ext>
            </a:extLst>
          </p:cNvPr>
          <p:cNvSpPr>
            <a:spLocks noEditPoints="1"/>
          </p:cNvSpPr>
          <p:nvPr/>
        </p:nvSpPr>
        <p:spPr bwMode="auto">
          <a:xfrm>
            <a:off x="4886985" y="798604"/>
            <a:ext cx="55954" cy="56822"/>
          </a:xfrm>
          <a:custGeom>
            <a:avLst/>
            <a:gdLst>
              <a:gd name="T0" fmla="*/ 61 w 124"/>
              <a:gd name="T1" fmla="*/ 31 h 124"/>
              <a:gd name="T2" fmla="*/ 50 w 124"/>
              <a:gd name="T3" fmla="*/ 33 h 124"/>
              <a:gd name="T4" fmla="*/ 40 w 124"/>
              <a:gd name="T5" fmla="*/ 40 h 124"/>
              <a:gd name="T6" fmla="*/ 34 w 124"/>
              <a:gd name="T7" fmla="*/ 50 h 124"/>
              <a:gd name="T8" fmla="*/ 31 w 124"/>
              <a:gd name="T9" fmla="*/ 62 h 124"/>
              <a:gd name="T10" fmla="*/ 34 w 124"/>
              <a:gd name="T11" fmla="*/ 74 h 124"/>
              <a:gd name="T12" fmla="*/ 40 w 124"/>
              <a:gd name="T13" fmla="*/ 84 h 124"/>
              <a:gd name="T14" fmla="*/ 50 w 124"/>
              <a:gd name="T15" fmla="*/ 91 h 124"/>
              <a:gd name="T16" fmla="*/ 61 w 124"/>
              <a:gd name="T17" fmla="*/ 94 h 124"/>
              <a:gd name="T18" fmla="*/ 74 w 124"/>
              <a:gd name="T19" fmla="*/ 91 h 124"/>
              <a:gd name="T20" fmla="*/ 83 w 124"/>
              <a:gd name="T21" fmla="*/ 84 h 124"/>
              <a:gd name="T22" fmla="*/ 90 w 124"/>
              <a:gd name="T23" fmla="*/ 74 h 124"/>
              <a:gd name="T24" fmla="*/ 93 w 124"/>
              <a:gd name="T25" fmla="*/ 62 h 124"/>
              <a:gd name="T26" fmla="*/ 90 w 124"/>
              <a:gd name="T27" fmla="*/ 50 h 124"/>
              <a:gd name="T28" fmla="*/ 83 w 124"/>
              <a:gd name="T29" fmla="*/ 40 h 124"/>
              <a:gd name="T30" fmla="*/ 74 w 124"/>
              <a:gd name="T31" fmla="*/ 33 h 124"/>
              <a:gd name="T32" fmla="*/ 61 w 124"/>
              <a:gd name="T33" fmla="*/ 31 h 124"/>
              <a:gd name="T34" fmla="*/ 61 w 124"/>
              <a:gd name="T35" fmla="*/ 0 h 124"/>
              <a:gd name="T36" fmla="*/ 81 w 124"/>
              <a:gd name="T37" fmla="*/ 3 h 124"/>
              <a:gd name="T38" fmla="*/ 98 w 124"/>
              <a:gd name="T39" fmla="*/ 13 h 124"/>
              <a:gd name="T40" fmla="*/ 112 w 124"/>
              <a:gd name="T41" fmla="*/ 25 h 124"/>
              <a:gd name="T42" fmla="*/ 120 w 124"/>
              <a:gd name="T43" fmla="*/ 43 h 124"/>
              <a:gd name="T44" fmla="*/ 124 w 124"/>
              <a:gd name="T45" fmla="*/ 62 h 124"/>
              <a:gd name="T46" fmla="*/ 120 w 124"/>
              <a:gd name="T47" fmla="*/ 82 h 124"/>
              <a:gd name="T48" fmla="*/ 112 w 124"/>
              <a:gd name="T49" fmla="*/ 98 h 124"/>
              <a:gd name="T50" fmla="*/ 98 w 124"/>
              <a:gd name="T51" fmla="*/ 112 h 124"/>
              <a:gd name="T52" fmla="*/ 81 w 124"/>
              <a:gd name="T53" fmla="*/ 121 h 124"/>
              <a:gd name="T54" fmla="*/ 61 w 124"/>
              <a:gd name="T55" fmla="*/ 124 h 124"/>
              <a:gd name="T56" fmla="*/ 43 w 124"/>
              <a:gd name="T57" fmla="*/ 121 h 124"/>
              <a:gd name="T58" fmla="*/ 25 w 124"/>
              <a:gd name="T59" fmla="*/ 112 h 124"/>
              <a:gd name="T60" fmla="*/ 12 w 124"/>
              <a:gd name="T61" fmla="*/ 98 h 124"/>
              <a:gd name="T62" fmla="*/ 3 w 124"/>
              <a:gd name="T63" fmla="*/ 82 h 124"/>
              <a:gd name="T64" fmla="*/ 0 w 124"/>
              <a:gd name="T65" fmla="*/ 62 h 124"/>
              <a:gd name="T66" fmla="*/ 3 w 124"/>
              <a:gd name="T67" fmla="*/ 43 h 124"/>
              <a:gd name="T68" fmla="*/ 12 w 124"/>
              <a:gd name="T69" fmla="*/ 25 h 124"/>
              <a:gd name="T70" fmla="*/ 25 w 124"/>
              <a:gd name="T71" fmla="*/ 13 h 124"/>
              <a:gd name="T72" fmla="*/ 43 w 124"/>
              <a:gd name="T73" fmla="*/ 3 h 124"/>
              <a:gd name="T74" fmla="*/ 61 w 124"/>
              <a:gd name="T7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124">
                <a:moveTo>
                  <a:pt x="61" y="31"/>
                </a:moveTo>
                <a:lnTo>
                  <a:pt x="50" y="33"/>
                </a:lnTo>
                <a:lnTo>
                  <a:pt x="40" y="40"/>
                </a:lnTo>
                <a:lnTo>
                  <a:pt x="34" y="50"/>
                </a:lnTo>
                <a:lnTo>
                  <a:pt x="31" y="62"/>
                </a:lnTo>
                <a:lnTo>
                  <a:pt x="34" y="74"/>
                </a:lnTo>
                <a:lnTo>
                  <a:pt x="40" y="84"/>
                </a:lnTo>
                <a:lnTo>
                  <a:pt x="50" y="91"/>
                </a:lnTo>
                <a:lnTo>
                  <a:pt x="61" y="94"/>
                </a:lnTo>
                <a:lnTo>
                  <a:pt x="74" y="91"/>
                </a:lnTo>
                <a:lnTo>
                  <a:pt x="83" y="84"/>
                </a:lnTo>
                <a:lnTo>
                  <a:pt x="90" y="74"/>
                </a:lnTo>
                <a:lnTo>
                  <a:pt x="93" y="62"/>
                </a:lnTo>
                <a:lnTo>
                  <a:pt x="90" y="50"/>
                </a:lnTo>
                <a:lnTo>
                  <a:pt x="83" y="40"/>
                </a:lnTo>
                <a:lnTo>
                  <a:pt x="74" y="33"/>
                </a:lnTo>
                <a:lnTo>
                  <a:pt x="61" y="31"/>
                </a:lnTo>
                <a:close/>
                <a:moveTo>
                  <a:pt x="61" y="0"/>
                </a:moveTo>
                <a:lnTo>
                  <a:pt x="81" y="3"/>
                </a:lnTo>
                <a:lnTo>
                  <a:pt x="98" y="13"/>
                </a:lnTo>
                <a:lnTo>
                  <a:pt x="112" y="25"/>
                </a:lnTo>
                <a:lnTo>
                  <a:pt x="120" y="43"/>
                </a:lnTo>
                <a:lnTo>
                  <a:pt x="124" y="62"/>
                </a:lnTo>
                <a:lnTo>
                  <a:pt x="120" y="82"/>
                </a:lnTo>
                <a:lnTo>
                  <a:pt x="112" y="98"/>
                </a:lnTo>
                <a:lnTo>
                  <a:pt x="98" y="112"/>
                </a:lnTo>
                <a:lnTo>
                  <a:pt x="81" y="121"/>
                </a:lnTo>
                <a:lnTo>
                  <a:pt x="61" y="124"/>
                </a:lnTo>
                <a:lnTo>
                  <a:pt x="43" y="121"/>
                </a:lnTo>
                <a:lnTo>
                  <a:pt x="25" y="112"/>
                </a:lnTo>
                <a:lnTo>
                  <a:pt x="12" y="98"/>
                </a:lnTo>
                <a:lnTo>
                  <a:pt x="3" y="82"/>
                </a:lnTo>
                <a:lnTo>
                  <a:pt x="0" y="62"/>
                </a:lnTo>
                <a:lnTo>
                  <a:pt x="3" y="43"/>
                </a:lnTo>
                <a:lnTo>
                  <a:pt x="12" y="25"/>
                </a:lnTo>
                <a:lnTo>
                  <a:pt x="25" y="13"/>
                </a:lnTo>
                <a:lnTo>
                  <a:pt x="43" y="3"/>
                </a:lnTo>
                <a:lnTo>
                  <a:pt x="61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81" name="Freeform 26">
            <a:extLst>
              <a:ext uri="{FF2B5EF4-FFF2-40B4-BE49-F238E27FC236}">
                <a16:creationId xmlns:a16="http://schemas.microsoft.com/office/drawing/2014/main" id="{C4EF219E-5B8C-F9FE-D069-5A3E9CE0491A}"/>
              </a:ext>
            </a:extLst>
          </p:cNvPr>
          <p:cNvSpPr>
            <a:spLocks noEditPoints="1"/>
          </p:cNvSpPr>
          <p:nvPr/>
        </p:nvSpPr>
        <p:spPr bwMode="auto">
          <a:xfrm>
            <a:off x="5695133" y="818003"/>
            <a:ext cx="111457" cy="198877"/>
          </a:xfrm>
          <a:custGeom>
            <a:avLst/>
            <a:gdLst>
              <a:gd name="T0" fmla="*/ 31 w 247"/>
              <a:gd name="T1" fmla="*/ 170 h 434"/>
              <a:gd name="T2" fmla="*/ 40 w 247"/>
              <a:gd name="T3" fmla="*/ 198 h 434"/>
              <a:gd name="T4" fmla="*/ 62 w 247"/>
              <a:gd name="T5" fmla="*/ 214 h 434"/>
              <a:gd name="T6" fmla="*/ 82 w 247"/>
              <a:gd name="T7" fmla="*/ 218 h 434"/>
              <a:gd name="T8" fmla="*/ 90 w 247"/>
              <a:gd name="T9" fmla="*/ 224 h 434"/>
              <a:gd name="T10" fmla="*/ 93 w 247"/>
              <a:gd name="T11" fmla="*/ 233 h 434"/>
              <a:gd name="T12" fmla="*/ 155 w 247"/>
              <a:gd name="T13" fmla="*/ 403 h 434"/>
              <a:gd name="T14" fmla="*/ 156 w 247"/>
              <a:gd name="T15" fmla="*/ 228 h 434"/>
              <a:gd name="T16" fmla="*/ 162 w 247"/>
              <a:gd name="T17" fmla="*/ 220 h 434"/>
              <a:gd name="T18" fmla="*/ 170 w 247"/>
              <a:gd name="T19" fmla="*/ 217 h 434"/>
              <a:gd name="T20" fmla="*/ 198 w 247"/>
              <a:gd name="T21" fmla="*/ 209 h 434"/>
              <a:gd name="T22" fmla="*/ 215 w 247"/>
              <a:gd name="T23" fmla="*/ 185 h 434"/>
              <a:gd name="T24" fmla="*/ 217 w 247"/>
              <a:gd name="T25" fmla="*/ 31 h 434"/>
              <a:gd name="T26" fmla="*/ 16 w 247"/>
              <a:gd name="T27" fmla="*/ 0 h 434"/>
              <a:gd name="T28" fmla="*/ 237 w 247"/>
              <a:gd name="T29" fmla="*/ 1 h 434"/>
              <a:gd name="T30" fmla="*/ 245 w 247"/>
              <a:gd name="T31" fmla="*/ 7 h 434"/>
              <a:gd name="T32" fmla="*/ 247 w 247"/>
              <a:gd name="T33" fmla="*/ 16 h 434"/>
              <a:gd name="T34" fmla="*/ 245 w 247"/>
              <a:gd name="T35" fmla="*/ 192 h 434"/>
              <a:gd name="T36" fmla="*/ 223 w 247"/>
              <a:gd name="T37" fmla="*/ 227 h 434"/>
              <a:gd name="T38" fmla="*/ 186 w 247"/>
              <a:gd name="T39" fmla="*/ 247 h 434"/>
              <a:gd name="T40" fmla="*/ 185 w 247"/>
              <a:gd name="T41" fmla="*/ 424 h 434"/>
              <a:gd name="T42" fmla="*/ 179 w 247"/>
              <a:gd name="T43" fmla="*/ 431 h 434"/>
              <a:gd name="T44" fmla="*/ 170 w 247"/>
              <a:gd name="T45" fmla="*/ 434 h 434"/>
              <a:gd name="T46" fmla="*/ 72 w 247"/>
              <a:gd name="T47" fmla="*/ 433 h 434"/>
              <a:gd name="T48" fmla="*/ 64 w 247"/>
              <a:gd name="T49" fmla="*/ 427 h 434"/>
              <a:gd name="T50" fmla="*/ 62 w 247"/>
              <a:gd name="T51" fmla="*/ 418 h 434"/>
              <a:gd name="T52" fmla="*/ 41 w 247"/>
              <a:gd name="T53" fmla="*/ 240 h 434"/>
              <a:gd name="T54" fmla="*/ 11 w 247"/>
              <a:gd name="T55" fmla="*/ 212 h 434"/>
              <a:gd name="T56" fmla="*/ 0 w 247"/>
              <a:gd name="T57" fmla="*/ 170 h 434"/>
              <a:gd name="T58" fmla="*/ 1 w 247"/>
              <a:gd name="T59" fmla="*/ 10 h 434"/>
              <a:gd name="T60" fmla="*/ 6 w 247"/>
              <a:gd name="T61" fmla="*/ 4 h 434"/>
              <a:gd name="T62" fmla="*/ 16 w 247"/>
              <a:gd name="T63" fmla="*/ 0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7" h="434">
                <a:moveTo>
                  <a:pt x="31" y="31"/>
                </a:moveTo>
                <a:lnTo>
                  <a:pt x="31" y="170"/>
                </a:lnTo>
                <a:lnTo>
                  <a:pt x="33" y="185"/>
                </a:lnTo>
                <a:lnTo>
                  <a:pt x="40" y="198"/>
                </a:lnTo>
                <a:lnTo>
                  <a:pt x="49" y="209"/>
                </a:lnTo>
                <a:lnTo>
                  <a:pt x="62" y="214"/>
                </a:lnTo>
                <a:lnTo>
                  <a:pt x="77" y="217"/>
                </a:lnTo>
                <a:lnTo>
                  <a:pt x="82" y="218"/>
                </a:lnTo>
                <a:lnTo>
                  <a:pt x="86" y="220"/>
                </a:lnTo>
                <a:lnTo>
                  <a:pt x="90" y="224"/>
                </a:lnTo>
                <a:lnTo>
                  <a:pt x="92" y="228"/>
                </a:lnTo>
                <a:lnTo>
                  <a:pt x="93" y="233"/>
                </a:lnTo>
                <a:lnTo>
                  <a:pt x="93" y="403"/>
                </a:lnTo>
                <a:lnTo>
                  <a:pt x="155" y="403"/>
                </a:lnTo>
                <a:lnTo>
                  <a:pt x="155" y="233"/>
                </a:lnTo>
                <a:lnTo>
                  <a:pt x="156" y="228"/>
                </a:lnTo>
                <a:lnTo>
                  <a:pt x="158" y="224"/>
                </a:lnTo>
                <a:lnTo>
                  <a:pt x="162" y="220"/>
                </a:lnTo>
                <a:lnTo>
                  <a:pt x="165" y="218"/>
                </a:lnTo>
                <a:lnTo>
                  <a:pt x="170" y="217"/>
                </a:lnTo>
                <a:lnTo>
                  <a:pt x="185" y="214"/>
                </a:lnTo>
                <a:lnTo>
                  <a:pt x="198" y="209"/>
                </a:lnTo>
                <a:lnTo>
                  <a:pt x="208" y="198"/>
                </a:lnTo>
                <a:lnTo>
                  <a:pt x="215" y="185"/>
                </a:lnTo>
                <a:lnTo>
                  <a:pt x="217" y="170"/>
                </a:lnTo>
                <a:lnTo>
                  <a:pt x="217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232" y="0"/>
                </a:lnTo>
                <a:lnTo>
                  <a:pt x="237" y="1"/>
                </a:lnTo>
                <a:lnTo>
                  <a:pt x="242" y="4"/>
                </a:lnTo>
                <a:lnTo>
                  <a:pt x="245" y="7"/>
                </a:lnTo>
                <a:lnTo>
                  <a:pt x="247" y="10"/>
                </a:lnTo>
                <a:lnTo>
                  <a:pt x="247" y="16"/>
                </a:lnTo>
                <a:lnTo>
                  <a:pt x="247" y="170"/>
                </a:lnTo>
                <a:lnTo>
                  <a:pt x="245" y="192"/>
                </a:lnTo>
                <a:lnTo>
                  <a:pt x="236" y="212"/>
                </a:lnTo>
                <a:lnTo>
                  <a:pt x="223" y="227"/>
                </a:lnTo>
                <a:lnTo>
                  <a:pt x="206" y="240"/>
                </a:lnTo>
                <a:lnTo>
                  <a:pt x="186" y="247"/>
                </a:lnTo>
                <a:lnTo>
                  <a:pt x="186" y="418"/>
                </a:lnTo>
                <a:lnTo>
                  <a:pt x="185" y="424"/>
                </a:lnTo>
                <a:lnTo>
                  <a:pt x="183" y="427"/>
                </a:lnTo>
                <a:lnTo>
                  <a:pt x="179" y="431"/>
                </a:lnTo>
                <a:lnTo>
                  <a:pt x="176" y="433"/>
                </a:lnTo>
                <a:lnTo>
                  <a:pt x="170" y="434"/>
                </a:lnTo>
                <a:lnTo>
                  <a:pt x="77" y="434"/>
                </a:lnTo>
                <a:lnTo>
                  <a:pt x="72" y="433"/>
                </a:lnTo>
                <a:lnTo>
                  <a:pt x="68" y="431"/>
                </a:lnTo>
                <a:lnTo>
                  <a:pt x="64" y="427"/>
                </a:lnTo>
                <a:lnTo>
                  <a:pt x="62" y="424"/>
                </a:lnTo>
                <a:lnTo>
                  <a:pt x="62" y="418"/>
                </a:lnTo>
                <a:lnTo>
                  <a:pt x="62" y="247"/>
                </a:lnTo>
                <a:lnTo>
                  <a:pt x="41" y="240"/>
                </a:lnTo>
                <a:lnTo>
                  <a:pt x="25" y="227"/>
                </a:lnTo>
                <a:lnTo>
                  <a:pt x="11" y="212"/>
                </a:lnTo>
                <a:lnTo>
                  <a:pt x="3" y="192"/>
                </a:lnTo>
                <a:lnTo>
                  <a:pt x="0" y="170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6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84" name="Freeform 29">
            <a:extLst>
              <a:ext uri="{FF2B5EF4-FFF2-40B4-BE49-F238E27FC236}">
                <a16:creationId xmlns:a16="http://schemas.microsoft.com/office/drawing/2014/main" id="{80A4A19A-3784-CBA4-55BF-8DFDF16CE831}"/>
              </a:ext>
            </a:extLst>
          </p:cNvPr>
          <p:cNvSpPr>
            <a:spLocks noEditPoints="1"/>
          </p:cNvSpPr>
          <p:nvPr/>
        </p:nvSpPr>
        <p:spPr bwMode="auto">
          <a:xfrm>
            <a:off x="5725747" y="718564"/>
            <a:ext cx="83931" cy="85233"/>
          </a:xfrm>
          <a:custGeom>
            <a:avLst/>
            <a:gdLst>
              <a:gd name="T0" fmla="*/ 92 w 186"/>
              <a:gd name="T1" fmla="*/ 32 h 186"/>
              <a:gd name="T2" fmla="*/ 73 w 186"/>
              <a:gd name="T3" fmla="*/ 34 h 186"/>
              <a:gd name="T4" fmla="*/ 57 w 186"/>
              <a:gd name="T5" fmla="*/ 43 h 186"/>
              <a:gd name="T6" fmla="*/ 43 w 186"/>
              <a:gd name="T7" fmla="*/ 57 h 186"/>
              <a:gd name="T8" fmla="*/ 35 w 186"/>
              <a:gd name="T9" fmla="*/ 73 h 186"/>
              <a:gd name="T10" fmla="*/ 31 w 186"/>
              <a:gd name="T11" fmla="*/ 93 h 186"/>
              <a:gd name="T12" fmla="*/ 35 w 186"/>
              <a:gd name="T13" fmla="*/ 113 h 186"/>
              <a:gd name="T14" fmla="*/ 43 w 186"/>
              <a:gd name="T15" fmla="*/ 130 h 186"/>
              <a:gd name="T16" fmla="*/ 57 w 186"/>
              <a:gd name="T17" fmla="*/ 143 h 186"/>
              <a:gd name="T18" fmla="*/ 73 w 186"/>
              <a:gd name="T19" fmla="*/ 152 h 186"/>
              <a:gd name="T20" fmla="*/ 92 w 186"/>
              <a:gd name="T21" fmla="*/ 156 h 186"/>
              <a:gd name="T22" fmla="*/ 112 w 186"/>
              <a:gd name="T23" fmla="*/ 152 h 186"/>
              <a:gd name="T24" fmla="*/ 129 w 186"/>
              <a:gd name="T25" fmla="*/ 143 h 186"/>
              <a:gd name="T26" fmla="*/ 142 w 186"/>
              <a:gd name="T27" fmla="*/ 130 h 186"/>
              <a:gd name="T28" fmla="*/ 152 w 186"/>
              <a:gd name="T29" fmla="*/ 113 h 186"/>
              <a:gd name="T30" fmla="*/ 155 w 186"/>
              <a:gd name="T31" fmla="*/ 93 h 186"/>
              <a:gd name="T32" fmla="*/ 152 w 186"/>
              <a:gd name="T33" fmla="*/ 73 h 186"/>
              <a:gd name="T34" fmla="*/ 142 w 186"/>
              <a:gd name="T35" fmla="*/ 57 h 186"/>
              <a:gd name="T36" fmla="*/ 129 w 186"/>
              <a:gd name="T37" fmla="*/ 43 h 186"/>
              <a:gd name="T38" fmla="*/ 112 w 186"/>
              <a:gd name="T39" fmla="*/ 34 h 186"/>
              <a:gd name="T40" fmla="*/ 92 w 186"/>
              <a:gd name="T41" fmla="*/ 32 h 186"/>
              <a:gd name="T42" fmla="*/ 92 w 186"/>
              <a:gd name="T43" fmla="*/ 0 h 186"/>
              <a:gd name="T44" fmla="*/ 118 w 186"/>
              <a:gd name="T45" fmla="*/ 4 h 186"/>
              <a:gd name="T46" fmla="*/ 140 w 186"/>
              <a:gd name="T47" fmla="*/ 13 h 186"/>
              <a:gd name="T48" fmla="*/ 158 w 186"/>
              <a:gd name="T49" fmla="*/ 27 h 186"/>
              <a:gd name="T50" fmla="*/ 174 w 186"/>
              <a:gd name="T51" fmla="*/ 47 h 186"/>
              <a:gd name="T52" fmla="*/ 183 w 186"/>
              <a:gd name="T53" fmla="*/ 69 h 186"/>
              <a:gd name="T54" fmla="*/ 186 w 186"/>
              <a:gd name="T55" fmla="*/ 93 h 186"/>
              <a:gd name="T56" fmla="*/ 183 w 186"/>
              <a:gd name="T57" fmla="*/ 117 h 186"/>
              <a:gd name="T58" fmla="*/ 174 w 186"/>
              <a:gd name="T59" fmla="*/ 141 h 186"/>
              <a:gd name="T60" fmla="*/ 158 w 186"/>
              <a:gd name="T61" fmla="*/ 159 h 186"/>
              <a:gd name="T62" fmla="*/ 140 w 186"/>
              <a:gd name="T63" fmla="*/ 173 h 186"/>
              <a:gd name="T64" fmla="*/ 118 w 186"/>
              <a:gd name="T65" fmla="*/ 182 h 186"/>
              <a:gd name="T66" fmla="*/ 92 w 186"/>
              <a:gd name="T67" fmla="*/ 186 h 186"/>
              <a:gd name="T68" fmla="*/ 68 w 186"/>
              <a:gd name="T69" fmla="*/ 182 h 186"/>
              <a:gd name="T70" fmla="*/ 46 w 186"/>
              <a:gd name="T71" fmla="*/ 173 h 186"/>
              <a:gd name="T72" fmla="*/ 28 w 186"/>
              <a:gd name="T73" fmla="*/ 159 h 186"/>
              <a:gd name="T74" fmla="*/ 13 w 186"/>
              <a:gd name="T75" fmla="*/ 141 h 186"/>
              <a:gd name="T76" fmla="*/ 3 w 186"/>
              <a:gd name="T77" fmla="*/ 117 h 186"/>
              <a:gd name="T78" fmla="*/ 0 w 186"/>
              <a:gd name="T79" fmla="*/ 93 h 186"/>
              <a:gd name="T80" fmla="*/ 3 w 186"/>
              <a:gd name="T81" fmla="*/ 69 h 186"/>
              <a:gd name="T82" fmla="*/ 13 w 186"/>
              <a:gd name="T83" fmla="*/ 47 h 186"/>
              <a:gd name="T84" fmla="*/ 28 w 186"/>
              <a:gd name="T85" fmla="*/ 27 h 186"/>
              <a:gd name="T86" fmla="*/ 46 w 186"/>
              <a:gd name="T87" fmla="*/ 13 h 186"/>
              <a:gd name="T88" fmla="*/ 68 w 186"/>
              <a:gd name="T89" fmla="*/ 4 h 186"/>
              <a:gd name="T90" fmla="*/ 92 w 186"/>
              <a:gd name="T91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6" h="186">
                <a:moveTo>
                  <a:pt x="92" y="32"/>
                </a:moveTo>
                <a:lnTo>
                  <a:pt x="73" y="34"/>
                </a:lnTo>
                <a:lnTo>
                  <a:pt x="57" y="43"/>
                </a:lnTo>
                <a:lnTo>
                  <a:pt x="43" y="57"/>
                </a:lnTo>
                <a:lnTo>
                  <a:pt x="35" y="73"/>
                </a:lnTo>
                <a:lnTo>
                  <a:pt x="31" y="93"/>
                </a:lnTo>
                <a:lnTo>
                  <a:pt x="35" y="113"/>
                </a:lnTo>
                <a:lnTo>
                  <a:pt x="43" y="130"/>
                </a:lnTo>
                <a:lnTo>
                  <a:pt x="57" y="143"/>
                </a:lnTo>
                <a:lnTo>
                  <a:pt x="73" y="152"/>
                </a:lnTo>
                <a:lnTo>
                  <a:pt x="92" y="156"/>
                </a:lnTo>
                <a:lnTo>
                  <a:pt x="112" y="152"/>
                </a:lnTo>
                <a:lnTo>
                  <a:pt x="129" y="143"/>
                </a:lnTo>
                <a:lnTo>
                  <a:pt x="142" y="130"/>
                </a:lnTo>
                <a:lnTo>
                  <a:pt x="152" y="113"/>
                </a:lnTo>
                <a:lnTo>
                  <a:pt x="155" y="93"/>
                </a:lnTo>
                <a:lnTo>
                  <a:pt x="152" y="73"/>
                </a:lnTo>
                <a:lnTo>
                  <a:pt x="142" y="57"/>
                </a:lnTo>
                <a:lnTo>
                  <a:pt x="129" y="43"/>
                </a:lnTo>
                <a:lnTo>
                  <a:pt x="112" y="34"/>
                </a:lnTo>
                <a:lnTo>
                  <a:pt x="92" y="32"/>
                </a:lnTo>
                <a:close/>
                <a:moveTo>
                  <a:pt x="92" y="0"/>
                </a:moveTo>
                <a:lnTo>
                  <a:pt x="118" y="4"/>
                </a:lnTo>
                <a:lnTo>
                  <a:pt x="140" y="13"/>
                </a:lnTo>
                <a:lnTo>
                  <a:pt x="158" y="27"/>
                </a:lnTo>
                <a:lnTo>
                  <a:pt x="174" y="47"/>
                </a:lnTo>
                <a:lnTo>
                  <a:pt x="183" y="69"/>
                </a:lnTo>
                <a:lnTo>
                  <a:pt x="186" y="93"/>
                </a:lnTo>
                <a:lnTo>
                  <a:pt x="183" y="117"/>
                </a:lnTo>
                <a:lnTo>
                  <a:pt x="174" y="141"/>
                </a:lnTo>
                <a:lnTo>
                  <a:pt x="158" y="159"/>
                </a:lnTo>
                <a:lnTo>
                  <a:pt x="140" y="173"/>
                </a:lnTo>
                <a:lnTo>
                  <a:pt x="118" y="182"/>
                </a:lnTo>
                <a:lnTo>
                  <a:pt x="92" y="186"/>
                </a:lnTo>
                <a:lnTo>
                  <a:pt x="68" y="182"/>
                </a:lnTo>
                <a:lnTo>
                  <a:pt x="46" y="173"/>
                </a:lnTo>
                <a:lnTo>
                  <a:pt x="28" y="159"/>
                </a:lnTo>
                <a:lnTo>
                  <a:pt x="13" y="141"/>
                </a:lnTo>
                <a:lnTo>
                  <a:pt x="3" y="117"/>
                </a:lnTo>
                <a:lnTo>
                  <a:pt x="0" y="93"/>
                </a:lnTo>
                <a:lnTo>
                  <a:pt x="3" y="69"/>
                </a:lnTo>
                <a:lnTo>
                  <a:pt x="13" y="47"/>
                </a:lnTo>
                <a:lnTo>
                  <a:pt x="28" y="27"/>
                </a:lnTo>
                <a:lnTo>
                  <a:pt x="46" y="13"/>
                </a:lnTo>
                <a:lnTo>
                  <a:pt x="68" y="4"/>
                </a:lnTo>
                <a:lnTo>
                  <a:pt x="92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88" name="Freeform 24">
            <a:extLst>
              <a:ext uri="{FF2B5EF4-FFF2-40B4-BE49-F238E27FC236}">
                <a16:creationId xmlns:a16="http://schemas.microsoft.com/office/drawing/2014/main" id="{F2957A80-A5D7-B507-6233-257BEC13F2F3}"/>
              </a:ext>
            </a:extLst>
          </p:cNvPr>
          <p:cNvSpPr>
            <a:spLocks noEditPoints="1"/>
          </p:cNvSpPr>
          <p:nvPr/>
        </p:nvSpPr>
        <p:spPr bwMode="auto">
          <a:xfrm>
            <a:off x="5834685" y="863723"/>
            <a:ext cx="83931" cy="142055"/>
          </a:xfrm>
          <a:custGeom>
            <a:avLst/>
            <a:gdLst>
              <a:gd name="T0" fmla="*/ 31 w 186"/>
              <a:gd name="T1" fmla="*/ 109 h 310"/>
              <a:gd name="T2" fmla="*/ 33 w 186"/>
              <a:gd name="T3" fmla="*/ 131 h 310"/>
              <a:gd name="T4" fmla="*/ 39 w 186"/>
              <a:gd name="T5" fmla="*/ 139 h 310"/>
              <a:gd name="T6" fmla="*/ 46 w 186"/>
              <a:gd name="T7" fmla="*/ 140 h 310"/>
              <a:gd name="T8" fmla="*/ 55 w 186"/>
              <a:gd name="T9" fmla="*/ 142 h 310"/>
              <a:gd name="T10" fmla="*/ 61 w 186"/>
              <a:gd name="T11" fmla="*/ 151 h 310"/>
              <a:gd name="T12" fmla="*/ 62 w 186"/>
              <a:gd name="T13" fmla="*/ 279 h 310"/>
              <a:gd name="T14" fmla="*/ 124 w 186"/>
              <a:gd name="T15" fmla="*/ 155 h 310"/>
              <a:gd name="T16" fmla="*/ 127 w 186"/>
              <a:gd name="T17" fmla="*/ 146 h 310"/>
              <a:gd name="T18" fmla="*/ 134 w 186"/>
              <a:gd name="T19" fmla="*/ 140 h 310"/>
              <a:gd name="T20" fmla="*/ 143 w 186"/>
              <a:gd name="T21" fmla="*/ 139 h 310"/>
              <a:gd name="T22" fmla="*/ 149 w 186"/>
              <a:gd name="T23" fmla="*/ 136 h 310"/>
              <a:gd name="T24" fmla="*/ 154 w 186"/>
              <a:gd name="T25" fmla="*/ 122 h 310"/>
              <a:gd name="T26" fmla="*/ 155 w 186"/>
              <a:gd name="T27" fmla="*/ 31 h 310"/>
              <a:gd name="T28" fmla="*/ 16 w 186"/>
              <a:gd name="T29" fmla="*/ 0 h 310"/>
              <a:gd name="T30" fmla="*/ 176 w 186"/>
              <a:gd name="T31" fmla="*/ 1 h 310"/>
              <a:gd name="T32" fmla="*/ 183 w 186"/>
              <a:gd name="T33" fmla="*/ 7 h 310"/>
              <a:gd name="T34" fmla="*/ 186 w 186"/>
              <a:gd name="T35" fmla="*/ 16 h 310"/>
              <a:gd name="T36" fmla="*/ 184 w 186"/>
              <a:gd name="T37" fmla="*/ 131 h 310"/>
              <a:gd name="T38" fmla="*/ 169 w 186"/>
              <a:gd name="T39" fmla="*/ 161 h 310"/>
              <a:gd name="T40" fmla="*/ 155 w 186"/>
              <a:gd name="T41" fmla="*/ 294 h 310"/>
              <a:gd name="T42" fmla="*/ 151 w 186"/>
              <a:gd name="T43" fmla="*/ 303 h 310"/>
              <a:gd name="T44" fmla="*/ 144 w 186"/>
              <a:gd name="T45" fmla="*/ 309 h 310"/>
              <a:gd name="T46" fmla="*/ 46 w 186"/>
              <a:gd name="T47" fmla="*/ 310 h 310"/>
              <a:gd name="T48" fmla="*/ 37 w 186"/>
              <a:gd name="T49" fmla="*/ 307 h 310"/>
              <a:gd name="T50" fmla="*/ 32 w 186"/>
              <a:gd name="T51" fmla="*/ 300 h 310"/>
              <a:gd name="T52" fmla="*/ 31 w 186"/>
              <a:gd name="T53" fmla="*/ 168 h 310"/>
              <a:gd name="T54" fmla="*/ 8 w 186"/>
              <a:gd name="T55" fmla="*/ 148 h 310"/>
              <a:gd name="T56" fmla="*/ 0 w 186"/>
              <a:gd name="T57" fmla="*/ 109 h 310"/>
              <a:gd name="T58" fmla="*/ 1 w 186"/>
              <a:gd name="T59" fmla="*/ 10 h 310"/>
              <a:gd name="T60" fmla="*/ 7 w 186"/>
              <a:gd name="T61" fmla="*/ 4 h 310"/>
              <a:gd name="T62" fmla="*/ 16 w 186"/>
              <a:gd name="T63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" h="310">
                <a:moveTo>
                  <a:pt x="31" y="31"/>
                </a:moveTo>
                <a:lnTo>
                  <a:pt x="31" y="109"/>
                </a:lnTo>
                <a:lnTo>
                  <a:pt x="32" y="122"/>
                </a:lnTo>
                <a:lnTo>
                  <a:pt x="33" y="131"/>
                </a:lnTo>
                <a:lnTo>
                  <a:pt x="36" y="136"/>
                </a:lnTo>
                <a:lnTo>
                  <a:pt x="39" y="139"/>
                </a:lnTo>
                <a:lnTo>
                  <a:pt x="43" y="139"/>
                </a:lnTo>
                <a:lnTo>
                  <a:pt x="46" y="140"/>
                </a:lnTo>
                <a:lnTo>
                  <a:pt x="52" y="140"/>
                </a:lnTo>
                <a:lnTo>
                  <a:pt x="55" y="142"/>
                </a:lnTo>
                <a:lnTo>
                  <a:pt x="59" y="146"/>
                </a:lnTo>
                <a:lnTo>
                  <a:pt x="61" y="151"/>
                </a:lnTo>
                <a:lnTo>
                  <a:pt x="62" y="155"/>
                </a:lnTo>
                <a:lnTo>
                  <a:pt x="62" y="279"/>
                </a:lnTo>
                <a:lnTo>
                  <a:pt x="124" y="279"/>
                </a:lnTo>
                <a:lnTo>
                  <a:pt x="124" y="155"/>
                </a:lnTo>
                <a:lnTo>
                  <a:pt x="125" y="151"/>
                </a:lnTo>
                <a:lnTo>
                  <a:pt x="127" y="146"/>
                </a:lnTo>
                <a:lnTo>
                  <a:pt x="131" y="142"/>
                </a:lnTo>
                <a:lnTo>
                  <a:pt x="134" y="140"/>
                </a:lnTo>
                <a:lnTo>
                  <a:pt x="140" y="140"/>
                </a:lnTo>
                <a:lnTo>
                  <a:pt x="143" y="139"/>
                </a:lnTo>
                <a:lnTo>
                  <a:pt x="147" y="139"/>
                </a:lnTo>
                <a:lnTo>
                  <a:pt x="149" y="136"/>
                </a:lnTo>
                <a:lnTo>
                  <a:pt x="153" y="131"/>
                </a:lnTo>
                <a:lnTo>
                  <a:pt x="154" y="122"/>
                </a:lnTo>
                <a:lnTo>
                  <a:pt x="155" y="109"/>
                </a:lnTo>
                <a:lnTo>
                  <a:pt x="155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170" y="0"/>
                </a:lnTo>
                <a:lnTo>
                  <a:pt x="176" y="1"/>
                </a:lnTo>
                <a:lnTo>
                  <a:pt x="179" y="4"/>
                </a:lnTo>
                <a:lnTo>
                  <a:pt x="183" y="7"/>
                </a:lnTo>
                <a:lnTo>
                  <a:pt x="185" y="10"/>
                </a:lnTo>
                <a:lnTo>
                  <a:pt x="186" y="16"/>
                </a:lnTo>
                <a:lnTo>
                  <a:pt x="186" y="109"/>
                </a:lnTo>
                <a:lnTo>
                  <a:pt x="184" y="131"/>
                </a:lnTo>
                <a:lnTo>
                  <a:pt x="178" y="148"/>
                </a:lnTo>
                <a:lnTo>
                  <a:pt x="169" y="161"/>
                </a:lnTo>
                <a:lnTo>
                  <a:pt x="155" y="168"/>
                </a:lnTo>
                <a:lnTo>
                  <a:pt x="155" y="294"/>
                </a:lnTo>
                <a:lnTo>
                  <a:pt x="154" y="300"/>
                </a:lnTo>
                <a:lnTo>
                  <a:pt x="151" y="303"/>
                </a:lnTo>
                <a:lnTo>
                  <a:pt x="148" y="307"/>
                </a:lnTo>
                <a:lnTo>
                  <a:pt x="144" y="309"/>
                </a:lnTo>
                <a:lnTo>
                  <a:pt x="140" y="310"/>
                </a:lnTo>
                <a:lnTo>
                  <a:pt x="46" y="310"/>
                </a:lnTo>
                <a:lnTo>
                  <a:pt x="41" y="309"/>
                </a:lnTo>
                <a:lnTo>
                  <a:pt x="37" y="307"/>
                </a:lnTo>
                <a:lnTo>
                  <a:pt x="34" y="303"/>
                </a:lnTo>
                <a:lnTo>
                  <a:pt x="32" y="300"/>
                </a:lnTo>
                <a:lnTo>
                  <a:pt x="31" y="294"/>
                </a:lnTo>
                <a:lnTo>
                  <a:pt x="31" y="168"/>
                </a:lnTo>
                <a:lnTo>
                  <a:pt x="17" y="161"/>
                </a:lnTo>
                <a:lnTo>
                  <a:pt x="8" y="148"/>
                </a:lnTo>
                <a:lnTo>
                  <a:pt x="2" y="131"/>
                </a:lnTo>
                <a:lnTo>
                  <a:pt x="0" y="109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7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89" name="Freeform 27">
            <a:extLst>
              <a:ext uri="{FF2B5EF4-FFF2-40B4-BE49-F238E27FC236}">
                <a16:creationId xmlns:a16="http://schemas.microsoft.com/office/drawing/2014/main" id="{3393F8F0-CBF7-079B-E618-020A9E1322DA}"/>
              </a:ext>
            </a:extLst>
          </p:cNvPr>
          <p:cNvSpPr>
            <a:spLocks noEditPoints="1"/>
          </p:cNvSpPr>
          <p:nvPr/>
        </p:nvSpPr>
        <p:spPr bwMode="auto">
          <a:xfrm>
            <a:off x="5848673" y="792695"/>
            <a:ext cx="55954" cy="56822"/>
          </a:xfrm>
          <a:custGeom>
            <a:avLst/>
            <a:gdLst>
              <a:gd name="T0" fmla="*/ 61 w 124"/>
              <a:gd name="T1" fmla="*/ 31 h 124"/>
              <a:gd name="T2" fmla="*/ 50 w 124"/>
              <a:gd name="T3" fmla="*/ 33 h 124"/>
              <a:gd name="T4" fmla="*/ 40 w 124"/>
              <a:gd name="T5" fmla="*/ 40 h 124"/>
              <a:gd name="T6" fmla="*/ 34 w 124"/>
              <a:gd name="T7" fmla="*/ 50 h 124"/>
              <a:gd name="T8" fmla="*/ 31 w 124"/>
              <a:gd name="T9" fmla="*/ 62 h 124"/>
              <a:gd name="T10" fmla="*/ 34 w 124"/>
              <a:gd name="T11" fmla="*/ 74 h 124"/>
              <a:gd name="T12" fmla="*/ 40 w 124"/>
              <a:gd name="T13" fmla="*/ 84 h 124"/>
              <a:gd name="T14" fmla="*/ 50 w 124"/>
              <a:gd name="T15" fmla="*/ 91 h 124"/>
              <a:gd name="T16" fmla="*/ 61 w 124"/>
              <a:gd name="T17" fmla="*/ 94 h 124"/>
              <a:gd name="T18" fmla="*/ 74 w 124"/>
              <a:gd name="T19" fmla="*/ 91 h 124"/>
              <a:gd name="T20" fmla="*/ 83 w 124"/>
              <a:gd name="T21" fmla="*/ 84 h 124"/>
              <a:gd name="T22" fmla="*/ 90 w 124"/>
              <a:gd name="T23" fmla="*/ 74 h 124"/>
              <a:gd name="T24" fmla="*/ 93 w 124"/>
              <a:gd name="T25" fmla="*/ 62 h 124"/>
              <a:gd name="T26" fmla="*/ 90 w 124"/>
              <a:gd name="T27" fmla="*/ 50 h 124"/>
              <a:gd name="T28" fmla="*/ 83 w 124"/>
              <a:gd name="T29" fmla="*/ 40 h 124"/>
              <a:gd name="T30" fmla="*/ 74 w 124"/>
              <a:gd name="T31" fmla="*/ 33 h 124"/>
              <a:gd name="T32" fmla="*/ 61 w 124"/>
              <a:gd name="T33" fmla="*/ 31 h 124"/>
              <a:gd name="T34" fmla="*/ 61 w 124"/>
              <a:gd name="T35" fmla="*/ 0 h 124"/>
              <a:gd name="T36" fmla="*/ 81 w 124"/>
              <a:gd name="T37" fmla="*/ 3 h 124"/>
              <a:gd name="T38" fmla="*/ 98 w 124"/>
              <a:gd name="T39" fmla="*/ 13 h 124"/>
              <a:gd name="T40" fmla="*/ 112 w 124"/>
              <a:gd name="T41" fmla="*/ 25 h 124"/>
              <a:gd name="T42" fmla="*/ 120 w 124"/>
              <a:gd name="T43" fmla="*/ 43 h 124"/>
              <a:gd name="T44" fmla="*/ 124 w 124"/>
              <a:gd name="T45" fmla="*/ 62 h 124"/>
              <a:gd name="T46" fmla="*/ 120 w 124"/>
              <a:gd name="T47" fmla="*/ 82 h 124"/>
              <a:gd name="T48" fmla="*/ 112 w 124"/>
              <a:gd name="T49" fmla="*/ 98 h 124"/>
              <a:gd name="T50" fmla="*/ 98 w 124"/>
              <a:gd name="T51" fmla="*/ 112 h 124"/>
              <a:gd name="T52" fmla="*/ 81 w 124"/>
              <a:gd name="T53" fmla="*/ 121 h 124"/>
              <a:gd name="T54" fmla="*/ 61 w 124"/>
              <a:gd name="T55" fmla="*/ 124 h 124"/>
              <a:gd name="T56" fmla="*/ 43 w 124"/>
              <a:gd name="T57" fmla="*/ 121 h 124"/>
              <a:gd name="T58" fmla="*/ 25 w 124"/>
              <a:gd name="T59" fmla="*/ 112 h 124"/>
              <a:gd name="T60" fmla="*/ 12 w 124"/>
              <a:gd name="T61" fmla="*/ 98 h 124"/>
              <a:gd name="T62" fmla="*/ 3 w 124"/>
              <a:gd name="T63" fmla="*/ 82 h 124"/>
              <a:gd name="T64" fmla="*/ 0 w 124"/>
              <a:gd name="T65" fmla="*/ 62 h 124"/>
              <a:gd name="T66" fmla="*/ 3 w 124"/>
              <a:gd name="T67" fmla="*/ 43 h 124"/>
              <a:gd name="T68" fmla="*/ 12 w 124"/>
              <a:gd name="T69" fmla="*/ 25 h 124"/>
              <a:gd name="T70" fmla="*/ 25 w 124"/>
              <a:gd name="T71" fmla="*/ 13 h 124"/>
              <a:gd name="T72" fmla="*/ 43 w 124"/>
              <a:gd name="T73" fmla="*/ 3 h 124"/>
              <a:gd name="T74" fmla="*/ 61 w 124"/>
              <a:gd name="T7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124">
                <a:moveTo>
                  <a:pt x="61" y="31"/>
                </a:moveTo>
                <a:lnTo>
                  <a:pt x="50" y="33"/>
                </a:lnTo>
                <a:lnTo>
                  <a:pt x="40" y="40"/>
                </a:lnTo>
                <a:lnTo>
                  <a:pt x="34" y="50"/>
                </a:lnTo>
                <a:lnTo>
                  <a:pt x="31" y="62"/>
                </a:lnTo>
                <a:lnTo>
                  <a:pt x="34" y="74"/>
                </a:lnTo>
                <a:lnTo>
                  <a:pt x="40" y="84"/>
                </a:lnTo>
                <a:lnTo>
                  <a:pt x="50" y="91"/>
                </a:lnTo>
                <a:lnTo>
                  <a:pt x="61" y="94"/>
                </a:lnTo>
                <a:lnTo>
                  <a:pt x="74" y="91"/>
                </a:lnTo>
                <a:lnTo>
                  <a:pt x="83" y="84"/>
                </a:lnTo>
                <a:lnTo>
                  <a:pt x="90" y="74"/>
                </a:lnTo>
                <a:lnTo>
                  <a:pt x="93" y="62"/>
                </a:lnTo>
                <a:lnTo>
                  <a:pt x="90" y="50"/>
                </a:lnTo>
                <a:lnTo>
                  <a:pt x="83" y="40"/>
                </a:lnTo>
                <a:lnTo>
                  <a:pt x="74" y="33"/>
                </a:lnTo>
                <a:lnTo>
                  <a:pt x="61" y="31"/>
                </a:lnTo>
                <a:close/>
                <a:moveTo>
                  <a:pt x="61" y="0"/>
                </a:moveTo>
                <a:lnTo>
                  <a:pt x="81" y="3"/>
                </a:lnTo>
                <a:lnTo>
                  <a:pt x="98" y="13"/>
                </a:lnTo>
                <a:lnTo>
                  <a:pt x="112" y="25"/>
                </a:lnTo>
                <a:lnTo>
                  <a:pt x="120" y="43"/>
                </a:lnTo>
                <a:lnTo>
                  <a:pt x="124" y="62"/>
                </a:lnTo>
                <a:lnTo>
                  <a:pt x="120" y="82"/>
                </a:lnTo>
                <a:lnTo>
                  <a:pt x="112" y="98"/>
                </a:lnTo>
                <a:lnTo>
                  <a:pt x="98" y="112"/>
                </a:lnTo>
                <a:lnTo>
                  <a:pt x="81" y="121"/>
                </a:lnTo>
                <a:lnTo>
                  <a:pt x="61" y="124"/>
                </a:lnTo>
                <a:lnTo>
                  <a:pt x="43" y="121"/>
                </a:lnTo>
                <a:lnTo>
                  <a:pt x="25" y="112"/>
                </a:lnTo>
                <a:lnTo>
                  <a:pt x="12" y="98"/>
                </a:lnTo>
                <a:lnTo>
                  <a:pt x="3" y="82"/>
                </a:lnTo>
                <a:lnTo>
                  <a:pt x="0" y="62"/>
                </a:lnTo>
                <a:lnTo>
                  <a:pt x="3" y="43"/>
                </a:lnTo>
                <a:lnTo>
                  <a:pt x="12" y="25"/>
                </a:lnTo>
                <a:lnTo>
                  <a:pt x="25" y="13"/>
                </a:lnTo>
                <a:lnTo>
                  <a:pt x="43" y="3"/>
                </a:lnTo>
                <a:lnTo>
                  <a:pt x="61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90" name="Freeform 24">
            <a:extLst>
              <a:ext uri="{FF2B5EF4-FFF2-40B4-BE49-F238E27FC236}">
                <a16:creationId xmlns:a16="http://schemas.microsoft.com/office/drawing/2014/main" id="{954C8401-1C41-743C-FC24-28ED0D6ED9D6}"/>
              </a:ext>
            </a:extLst>
          </p:cNvPr>
          <p:cNvSpPr>
            <a:spLocks noEditPoints="1"/>
          </p:cNvSpPr>
          <p:nvPr/>
        </p:nvSpPr>
        <p:spPr bwMode="auto">
          <a:xfrm>
            <a:off x="5575605" y="871343"/>
            <a:ext cx="83931" cy="142055"/>
          </a:xfrm>
          <a:custGeom>
            <a:avLst/>
            <a:gdLst>
              <a:gd name="T0" fmla="*/ 31 w 186"/>
              <a:gd name="T1" fmla="*/ 109 h 310"/>
              <a:gd name="T2" fmla="*/ 33 w 186"/>
              <a:gd name="T3" fmla="*/ 131 h 310"/>
              <a:gd name="T4" fmla="*/ 39 w 186"/>
              <a:gd name="T5" fmla="*/ 139 h 310"/>
              <a:gd name="T6" fmla="*/ 46 w 186"/>
              <a:gd name="T7" fmla="*/ 140 h 310"/>
              <a:gd name="T8" fmla="*/ 55 w 186"/>
              <a:gd name="T9" fmla="*/ 142 h 310"/>
              <a:gd name="T10" fmla="*/ 61 w 186"/>
              <a:gd name="T11" fmla="*/ 151 h 310"/>
              <a:gd name="T12" fmla="*/ 62 w 186"/>
              <a:gd name="T13" fmla="*/ 279 h 310"/>
              <a:gd name="T14" fmla="*/ 124 w 186"/>
              <a:gd name="T15" fmla="*/ 155 h 310"/>
              <a:gd name="T16" fmla="*/ 127 w 186"/>
              <a:gd name="T17" fmla="*/ 146 h 310"/>
              <a:gd name="T18" fmla="*/ 134 w 186"/>
              <a:gd name="T19" fmla="*/ 140 h 310"/>
              <a:gd name="T20" fmla="*/ 143 w 186"/>
              <a:gd name="T21" fmla="*/ 139 h 310"/>
              <a:gd name="T22" fmla="*/ 149 w 186"/>
              <a:gd name="T23" fmla="*/ 136 h 310"/>
              <a:gd name="T24" fmla="*/ 154 w 186"/>
              <a:gd name="T25" fmla="*/ 122 h 310"/>
              <a:gd name="T26" fmla="*/ 155 w 186"/>
              <a:gd name="T27" fmla="*/ 31 h 310"/>
              <a:gd name="T28" fmla="*/ 16 w 186"/>
              <a:gd name="T29" fmla="*/ 0 h 310"/>
              <a:gd name="T30" fmla="*/ 176 w 186"/>
              <a:gd name="T31" fmla="*/ 1 h 310"/>
              <a:gd name="T32" fmla="*/ 183 w 186"/>
              <a:gd name="T33" fmla="*/ 7 h 310"/>
              <a:gd name="T34" fmla="*/ 186 w 186"/>
              <a:gd name="T35" fmla="*/ 16 h 310"/>
              <a:gd name="T36" fmla="*/ 184 w 186"/>
              <a:gd name="T37" fmla="*/ 131 h 310"/>
              <a:gd name="T38" fmla="*/ 169 w 186"/>
              <a:gd name="T39" fmla="*/ 161 h 310"/>
              <a:gd name="T40" fmla="*/ 155 w 186"/>
              <a:gd name="T41" fmla="*/ 294 h 310"/>
              <a:gd name="T42" fmla="*/ 151 w 186"/>
              <a:gd name="T43" fmla="*/ 303 h 310"/>
              <a:gd name="T44" fmla="*/ 144 w 186"/>
              <a:gd name="T45" fmla="*/ 309 h 310"/>
              <a:gd name="T46" fmla="*/ 46 w 186"/>
              <a:gd name="T47" fmla="*/ 310 h 310"/>
              <a:gd name="T48" fmla="*/ 37 w 186"/>
              <a:gd name="T49" fmla="*/ 307 h 310"/>
              <a:gd name="T50" fmla="*/ 32 w 186"/>
              <a:gd name="T51" fmla="*/ 300 h 310"/>
              <a:gd name="T52" fmla="*/ 31 w 186"/>
              <a:gd name="T53" fmla="*/ 168 h 310"/>
              <a:gd name="T54" fmla="*/ 8 w 186"/>
              <a:gd name="T55" fmla="*/ 148 h 310"/>
              <a:gd name="T56" fmla="*/ 0 w 186"/>
              <a:gd name="T57" fmla="*/ 109 h 310"/>
              <a:gd name="T58" fmla="*/ 1 w 186"/>
              <a:gd name="T59" fmla="*/ 10 h 310"/>
              <a:gd name="T60" fmla="*/ 7 w 186"/>
              <a:gd name="T61" fmla="*/ 4 h 310"/>
              <a:gd name="T62" fmla="*/ 16 w 186"/>
              <a:gd name="T63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" h="310">
                <a:moveTo>
                  <a:pt x="31" y="31"/>
                </a:moveTo>
                <a:lnTo>
                  <a:pt x="31" y="109"/>
                </a:lnTo>
                <a:lnTo>
                  <a:pt x="32" y="122"/>
                </a:lnTo>
                <a:lnTo>
                  <a:pt x="33" y="131"/>
                </a:lnTo>
                <a:lnTo>
                  <a:pt x="36" y="136"/>
                </a:lnTo>
                <a:lnTo>
                  <a:pt x="39" y="139"/>
                </a:lnTo>
                <a:lnTo>
                  <a:pt x="43" y="139"/>
                </a:lnTo>
                <a:lnTo>
                  <a:pt x="46" y="140"/>
                </a:lnTo>
                <a:lnTo>
                  <a:pt x="52" y="140"/>
                </a:lnTo>
                <a:lnTo>
                  <a:pt x="55" y="142"/>
                </a:lnTo>
                <a:lnTo>
                  <a:pt x="59" y="146"/>
                </a:lnTo>
                <a:lnTo>
                  <a:pt x="61" y="151"/>
                </a:lnTo>
                <a:lnTo>
                  <a:pt x="62" y="155"/>
                </a:lnTo>
                <a:lnTo>
                  <a:pt x="62" y="279"/>
                </a:lnTo>
                <a:lnTo>
                  <a:pt x="124" y="279"/>
                </a:lnTo>
                <a:lnTo>
                  <a:pt x="124" y="155"/>
                </a:lnTo>
                <a:lnTo>
                  <a:pt x="125" y="151"/>
                </a:lnTo>
                <a:lnTo>
                  <a:pt x="127" y="146"/>
                </a:lnTo>
                <a:lnTo>
                  <a:pt x="131" y="142"/>
                </a:lnTo>
                <a:lnTo>
                  <a:pt x="134" y="140"/>
                </a:lnTo>
                <a:lnTo>
                  <a:pt x="140" y="140"/>
                </a:lnTo>
                <a:lnTo>
                  <a:pt x="143" y="139"/>
                </a:lnTo>
                <a:lnTo>
                  <a:pt x="147" y="139"/>
                </a:lnTo>
                <a:lnTo>
                  <a:pt x="149" y="136"/>
                </a:lnTo>
                <a:lnTo>
                  <a:pt x="153" y="131"/>
                </a:lnTo>
                <a:lnTo>
                  <a:pt x="154" y="122"/>
                </a:lnTo>
                <a:lnTo>
                  <a:pt x="155" y="109"/>
                </a:lnTo>
                <a:lnTo>
                  <a:pt x="155" y="31"/>
                </a:lnTo>
                <a:lnTo>
                  <a:pt x="31" y="31"/>
                </a:lnTo>
                <a:close/>
                <a:moveTo>
                  <a:pt x="16" y="0"/>
                </a:moveTo>
                <a:lnTo>
                  <a:pt x="170" y="0"/>
                </a:lnTo>
                <a:lnTo>
                  <a:pt x="176" y="1"/>
                </a:lnTo>
                <a:lnTo>
                  <a:pt x="179" y="4"/>
                </a:lnTo>
                <a:lnTo>
                  <a:pt x="183" y="7"/>
                </a:lnTo>
                <a:lnTo>
                  <a:pt x="185" y="10"/>
                </a:lnTo>
                <a:lnTo>
                  <a:pt x="186" y="16"/>
                </a:lnTo>
                <a:lnTo>
                  <a:pt x="186" y="109"/>
                </a:lnTo>
                <a:lnTo>
                  <a:pt x="184" y="131"/>
                </a:lnTo>
                <a:lnTo>
                  <a:pt x="178" y="148"/>
                </a:lnTo>
                <a:lnTo>
                  <a:pt x="169" y="161"/>
                </a:lnTo>
                <a:lnTo>
                  <a:pt x="155" y="168"/>
                </a:lnTo>
                <a:lnTo>
                  <a:pt x="155" y="294"/>
                </a:lnTo>
                <a:lnTo>
                  <a:pt x="154" y="300"/>
                </a:lnTo>
                <a:lnTo>
                  <a:pt x="151" y="303"/>
                </a:lnTo>
                <a:lnTo>
                  <a:pt x="148" y="307"/>
                </a:lnTo>
                <a:lnTo>
                  <a:pt x="144" y="309"/>
                </a:lnTo>
                <a:lnTo>
                  <a:pt x="140" y="310"/>
                </a:lnTo>
                <a:lnTo>
                  <a:pt x="46" y="310"/>
                </a:lnTo>
                <a:lnTo>
                  <a:pt x="41" y="309"/>
                </a:lnTo>
                <a:lnTo>
                  <a:pt x="37" y="307"/>
                </a:lnTo>
                <a:lnTo>
                  <a:pt x="34" y="303"/>
                </a:lnTo>
                <a:lnTo>
                  <a:pt x="32" y="300"/>
                </a:lnTo>
                <a:lnTo>
                  <a:pt x="31" y="294"/>
                </a:lnTo>
                <a:lnTo>
                  <a:pt x="31" y="168"/>
                </a:lnTo>
                <a:lnTo>
                  <a:pt x="17" y="161"/>
                </a:lnTo>
                <a:lnTo>
                  <a:pt x="8" y="148"/>
                </a:lnTo>
                <a:lnTo>
                  <a:pt x="2" y="131"/>
                </a:lnTo>
                <a:lnTo>
                  <a:pt x="0" y="109"/>
                </a:lnTo>
                <a:lnTo>
                  <a:pt x="0" y="16"/>
                </a:lnTo>
                <a:lnTo>
                  <a:pt x="1" y="10"/>
                </a:lnTo>
                <a:lnTo>
                  <a:pt x="3" y="7"/>
                </a:lnTo>
                <a:lnTo>
                  <a:pt x="7" y="4"/>
                </a:lnTo>
                <a:lnTo>
                  <a:pt x="10" y="1"/>
                </a:lnTo>
                <a:lnTo>
                  <a:pt x="16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sp>
        <p:nvSpPr>
          <p:cNvPr id="95" name="Freeform 27">
            <a:extLst>
              <a:ext uri="{FF2B5EF4-FFF2-40B4-BE49-F238E27FC236}">
                <a16:creationId xmlns:a16="http://schemas.microsoft.com/office/drawing/2014/main" id="{52600F99-ED36-BFD8-362D-86246F65BD69}"/>
              </a:ext>
            </a:extLst>
          </p:cNvPr>
          <p:cNvSpPr>
            <a:spLocks noEditPoints="1"/>
          </p:cNvSpPr>
          <p:nvPr/>
        </p:nvSpPr>
        <p:spPr bwMode="auto">
          <a:xfrm>
            <a:off x="5606219" y="800315"/>
            <a:ext cx="55954" cy="56822"/>
          </a:xfrm>
          <a:custGeom>
            <a:avLst/>
            <a:gdLst>
              <a:gd name="T0" fmla="*/ 61 w 124"/>
              <a:gd name="T1" fmla="*/ 31 h 124"/>
              <a:gd name="T2" fmla="*/ 50 w 124"/>
              <a:gd name="T3" fmla="*/ 33 h 124"/>
              <a:gd name="T4" fmla="*/ 40 w 124"/>
              <a:gd name="T5" fmla="*/ 40 h 124"/>
              <a:gd name="T6" fmla="*/ 34 w 124"/>
              <a:gd name="T7" fmla="*/ 50 h 124"/>
              <a:gd name="T8" fmla="*/ 31 w 124"/>
              <a:gd name="T9" fmla="*/ 62 h 124"/>
              <a:gd name="T10" fmla="*/ 34 w 124"/>
              <a:gd name="T11" fmla="*/ 74 h 124"/>
              <a:gd name="T12" fmla="*/ 40 w 124"/>
              <a:gd name="T13" fmla="*/ 84 h 124"/>
              <a:gd name="T14" fmla="*/ 50 w 124"/>
              <a:gd name="T15" fmla="*/ 91 h 124"/>
              <a:gd name="T16" fmla="*/ 61 w 124"/>
              <a:gd name="T17" fmla="*/ 94 h 124"/>
              <a:gd name="T18" fmla="*/ 74 w 124"/>
              <a:gd name="T19" fmla="*/ 91 h 124"/>
              <a:gd name="T20" fmla="*/ 83 w 124"/>
              <a:gd name="T21" fmla="*/ 84 h 124"/>
              <a:gd name="T22" fmla="*/ 90 w 124"/>
              <a:gd name="T23" fmla="*/ 74 h 124"/>
              <a:gd name="T24" fmla="*/ 93 w 124"/>
              <a:gd name="T25" fmla="*/ 62 h 124"/>
              <a:gd name="T26" fmla="*/ 90 w 124"/>
              <a:gd name="T27" fmla="*/ 50 h 124"/>
              <a:gd name="T28" fmla="*/ 83 w 124"/>
              <a:gd name="T29" fmla="*/ 40 h 124"/>
              <a:gd name="T30" fmla="*/ 74 w 124"/>
              <a:gd name="T31" fmla="*/ 33 h 124"/>
              <a:gd name="T32" fmla="*/ 61 w 124"/>
              <a:gd name="T33" fmla="*/ 31 h 124"/>
              <a:gd name="T34" fmla="*/ 61 w 124"/>
              <a:gd name="T35" fmla="*/ 0 h 124"/>
              <a:gd name="T36" fmla="*/ 81 w 124"/>
              <a:gd name="T37" fmla="*/ 3 h 124"/>
              <a:gd name="T38" fmla="*/ 98 w 124"/>
              <a:gd name="T39" fmla="*/ 13 h 124"/>
              <a:gd name="T40" fmla="*/ 112 w 124"/>
              <a:gd name="T41" fmla="*/ 25 h 124"/>
              <a:gd name="T42" fmla="*/ 120 w 124"/>
              <a:gd name="T43" fmla="*/ 43 h 124"/>
              <a:gd name="T44" fmla="*/ 124 w 124"/>
              <a:gd name="T45" fmla="*/ 62 h 124"/>
              <a:gd name="T46" fmla="*/ 120 w 124"/>
              <a:gd name="T47" fmla="*/ 82 h 124"/>
              <a:gd name="T48" fmla="*/ 112 w 124"/>
              <a:gd name="T49" fmla="*/ 98 h 124"/>
              <a:gd name="T50" fmla="*/ 98 w 124"/>
              <a:gd name="T51" fmla="*/ 112 h 124"/>
              <a:gd name="T52" fmla="*/ 81 w 124"/>
              <a:gd name="T53" fmla="*/ 121 h 124"/>
              <a:gd name="T54" fmla="*/ 61 w 124"/>
              <a:gd name="T55" fmla="*/ 124 h 124"/>
              <a:gd name="T56" fmla="*/ 43 w 124"/>
              <a:gd name="T57" fmla="*/ 121 h 124"/>
              <a:gd name="T58" fmla="*/ 25 w 124"/>
              <a:gd name="T59" fmla="*/ 112 h 124"/>
              <a:gd name="T60" fmla="*/ 12 w 124"/>
              <a:gd name="T61" fmla="*/ 98 h 124"/>
              <a:gd name="T62" fmla="*/ 3 w 124"/>
              <a:gd name="T63" fmla="*/ 82 h 124"/>
              <a:gd name="T64" fmla="*/ 0 w 124"/>
              <a:gd name="T65" fmla="*/ 62 h 124"/>
              <a:gd name="T66" fmla="*/ 3 w 124"/>
              <a:gd name="T67" fmla="*/ 43 h 124"/>
              <a:gd name="T68" fmla="*/ 12 w 124"/>
              <a:gd name="T69" fmla="*/ 25 h 124"/>
              <a:gd name="T70" fmla="*/ 25 w 124"/>
              <a:gd name="T71" fmla="*/ 13 h 124"/>
              <a:gd name="T72" fmla="*/ 43 w 124"/>
              <a:gd name="T73" fmla="*/ 3 h 124"/>
              <a:gd name="T74" fmla="*/ 61 w 124"/>
              <a:gd name="T7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4" h="124">
                <a:moveTo>
                  <a:pt x="61" y="31"/>
                </a:moveTo>
                <a:lnTo>
                  <a:pt x="50" y="33"/>
                </a:lnTo>
                <a:lnTo>
                  <a:pt x="40" y="40"/>
                </a:lnTo>
                <a:lnTo>
                  <a:pt x="34" y="50"/>
                </a:lnTo>
                <a:lnTo>
                  <a:pt x="31" y="62"/>
                </a:lnTo>
                <a:lnTo>
                  <a:pt x="34" y="74"/>
                </a:lnTo>
                <a:lnTo>
                  <a:pt x="40" y="84"/>
                </a:lnTo>
                <a:lnTo>
                  <a:pt x="50" y="91"/>
                </a:lnTo>
                <a:lnTo>
                  <a:pt x="61" y="94"/>
                </a:lnTo>
                <a:lnTo>
                  <a:pt x="74" y="91"/>
                </a:lnTo>
                <a:lnTo>
                  <a:pt x="83" y="84"/>
                </a:lnTo>
                <a:lnTo>
                  <a:pt x="90" y="74"/>
                </a:lnTo>
                <a:lnTo>
                  <a:pt x="93" y="62"/>
                </a:lnTo>
                <a:lnTo>
                  <a:pt x="90" y="50"/>
                </a:lnTo>
                <a:lnTo>
                  <a:pt x="83" y="40"/>
                </a:lnTo>
                <a:lnTo>
                  <a:pt x="74" y="33"/>
                </a:lnTo>
                <a:lnTo>
                  <a:pt x="61" y="31"/>
                </a:lnTo>
                <a:close/>
                <a:moveTo>
                  <a:pt x="61" y="0"/>
                </a:moveTo>
                <a:lnTo>
                  <a:pt x="81" y="3"/>
                </a:lnTo>
                <a:lnTo>
                  <a:pt x="98" y="13"/>
                </a:lnTo>
                <a:lnTo>
                  <a:pt x="112" y="25"/>
                </a:lnTo>
                <a:lnTo>
                  <a:pt x="120" y="43"/>
                </a:lnTo>
                <a:lnTo>
                  <a:pt x="124" y="62"/>
                </a:lnTo>
                <a:lnTo>
                  <a:pt x="120" y="82"/>
                </a:lnTo>
                <a:lnTo>
                  <a:pt x="112" y="98"/>
                </a:lnTo>
                <a:lnTo>
                  <a:pt x="98" y="112"/>
                </a:lnTo>
                <a:lnTo>
                  <a:pt x="81" y="121"/>
                </a:lnTo>
                <a:lnTo>
                  <a:pt x="61" y="124"/>
                </a:lnTo>
                <a:lnTo>
                  <a:pt x="43" y="121"/>
                </a:lnTo>
                <a:lnTo>
                  <a:pt x="25" y="112"/>
                </a:lnTo>
                <a:lnTo>
                  <a:pt x="12" y="98"/>
                </a:lnTo>
                <a:lnTo>
                  <a:pt x="3" y="82"/>
                </a:lnTo>
                <a:lnTo>
                  <a:pt x="0" y="62"/>
                </a:lnTo>
                <a:lnTo>
                  <a:pt x="3" y="43"/>
                </a:lnTo>
                <a:lnTo>
                  <a:pt x="12" y="25"/>
                </a:lnTo>
                <a:lnTo>
                  <a:pt x="25" y="13"/>
                </a:lnTo>
                <a:lnTo>
                  <a:pt x="43" y="3"/>
                </a:lnTo>
                <a:lnTo>
                  <a:pt x="61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Arial Unicode MS"/>
              <a:cs typeface="Arial Unicode MS"/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B5C21D1-0F83-D397-6B5C-4B9EB7D6D1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5226" y="782643"/>
            <a:ext cx="368867" cy="25176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8E23943-FF9A-C974-DD52-84CDF23606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5205" y="617866"/>
            <a:ext cx="368867" cy="2517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7A22BF-AAB9-A799-9BFD-F2544337AE61}"/>
              </a:ext>
            </a:extLst>
          </p:cNvPr>
          <p:cNvSpPr txBox="1"/>
          <p:nvPr/>
        </p:nvSpPr>
        <p:spPr>
          <a:xfrm>
            <a:off x="3674841" y="2094175"/>
            <a:ext cx="28312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Segoe UI" panose="020B0502040204020203" pitchFamily="34" charset="0"/>
              </a:rPr>
              <a:t>D365 Customer Service </a:t>
            </a:r>
            <a:endParaRPr kumimoji="0" lang="en-I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416F655-FCDC-2973-882B-1C86438439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8867" y="4920430"/>
            <a:ext cx="570720" cy="1902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989B97-0DED-4FBA-EC5D-B3CD21AF961E}"/>
              </a:ext>
            </a:extLst>
          </p:cNvPr>
          <p:cNvSpPr txBox="1"/>
          <p:nvPr/>
        </p:nvSpPr>
        <p:spPr>
          <a:xfrm>
            <a:off x="3911177" y="1119692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Submit Case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949F3F-21F8-BB46-16F8-DD521845B516}"/>
              </a:ext>
            </a:extLst>
          </p:cNvPr>
          <p:cNvSpPr txBox="1"/>
          <p:nvPr/>
        </p:nvSpPr>
        <p:spPr>
          <a:xfrm>
            <a:off x="3911177" y="1377158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View/Check Status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9F17C0-E088-8570-5DDA-C10D6C5B40F0}"/>
              </a:ext>
            </a:extLst>
          </p:cNvPr>
          <p:cNvSpPr txBox="1"/>
          <p:nvPr/>
        </p:nvSpPr>
        <p:spPr>
          <a:xfrm>
            <a:off x="5928019" y="1130270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Sign up and Login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CA7AE0-814D-0A47-BC8A-B04D785F3B09}"/>
              </a:ext>
            </a:extLst>
          </p:cNvPr>
          <p:cNvSpPr txBox="1"/>
          <p:nvPr/>
        </p:nvSpPr>
        <p:spPr>
          <a:xfrm>
            <a:off x="5928019" y="1387736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Create Case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47D29A-2E5F-9EC9-BFAC-38E6D2A8CDEF}"/>
              </a:ext>
            </a:extLst>
          </p:cNvPr>
          <p:cNvSpPr txBox="1"/>
          <p:nvPr/>
        </p:nvSpPr>
        <p:spPr>
          <a:xfrm>
            <a:off x="7142723" y="1130431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Submit Case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BB9FE5-2CBD-D6A6-381A-09688506EBC7}"/>
              </a:ext>
            </a:extLst>
          </p:cNvPr>
          <p:cNvSpPr txBox="1"/>
          <p:nvPr/>
        </p:nvSpPr>
        <p:spPr>
          <a:xfrm>
            <a:off x="7142723" y="1387897"/>
            <a:ext cx="111163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View/Check Status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F39ABAA-17E5-1892-EF55-A067DE8CC744}"/>
              </a:ext>
            </a:extLst>
          </p:cNvPr>
          <p:cNvSpPr/>
          <p:nvPr/>
        </p:nvSpPr>
        <p:spPr>
          <a:xfrm>
            <a:off x="9079945" y="1898546"/>
            <a:ext cx="1115339" cy="3577583"/>
          </a:xfrm>
          <a:prstGeom prst="roundRect">
            <a:avLst>
              <a:gd name="adj" fmla="val 3144"/>
            </a:avLst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Azure Platform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0FFED2-9592-5A13-9DCA-578512CB2C99}"/>
              </a:ext>
            </a:extLst>
          </p:cNvPr>
          <p:cNvSpPr/>
          <p:nvPr/>
        </p:nvSpPr>
        <p:spPr>
          <a:xfrm>
            <a:off x="10700197" y="1898546"/>
            <a:ext cx="1115339" cy="3553977"/>
          </a:xfrm>
          <a:prstGeom prst="roundRect">
            <a:avLst>
              <a:gd name="adj" fmla="val 3144"/>
            </a:avLst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External System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6BC3139-81AD-E1B7-D602-2E33286F13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5031" y="2309716"/>
            <a:ext cx="347049" cy="455675"/>
          </a:xfrm>
          <a:prstGeom prst="rect">
            <a:avLst/>
          </a:prstGeom>
        </p:spPr>
      </p:pic>
      <p:sp>
        <p:nvSpPr>
          <p:cNvPr id="43" name="Rectangle 59">
            <a:extLst>
              <a:ext uri="{FF2B5EF4-FFF2-40B4-BE49-F238E27FC236}">
                <a16:creationId xmlns:a16="http://schemas.microsoft.com/office/drawing/2014/main" id="{F5CF7220-2303-F93B-2295-4FAF2A05D53B}"/>
              </a:ext>
            </a:extLst>
          </p:cNvPr>
          <p:cNvSpPr/>
          <p:nvPr/>
        </p:nvSpPr>
        <p:spPr>
          <a:xfrm>
            <a:off x="9210972" y="2779886"/>
            <a:ext cx="835165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Azure Function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Segoe UI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FA7F62B-A833-4A96-04ED-CD580EABFA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86962" y="3031711"/>
            <a:ext cx="494976" cy="49385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B7861ED-A13B-8FC6-A3F0-3BA16908A4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0999" y="3592152"/>
            <a:ext cx="646794" cy="585891"/>
          </a:xfrm>
          <a:prstGeom prst="rect">
            <a:avLst/>
          </a:prstGeom>
        </p:spPr>
      </p:pic>
      <p:pic>
        <p:nvPicPr>
          <p:cNvPr id="54" name="Picture 53" descr="Logo&#10;&#10;Description automatically generated">
            <a:extLst>
              <a:ext uri="{FF2B5EF4-FFF2-40B4-BE49-F238E27FC236}">
                <a16:creationId xmlns:a16="http://schemas.microsoft.com/office/drawing/2014/main" id="{EE3FAB94-B3F5-C651-283A-EBE5261E2C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58260" y="4197510"/>
            <a:ext cx="404758" cy="442858"/>
          </a:xfrm>
          <a:prstGeom prst="rect">
            <a:avLst/>
          </a:prstGeom>
        </p:spPr>
      </p:pic>
      <p:sp>
        <p:nvSpPr>
          <p:cNvPr id="55" name="Rectangle 59">
            <a:extLst>
              <a:ext uri="{FF2B5EF4-FFF2-40B4-BE49-F238E27FC236}">
                <a16:creationId xmlns:a16="http://schemas.microsoft.com/office/drawing/2014/main" id="{DF9400AC-EF0C-CA5A-D2EA-24079BD4F026}"/>
              </a:ext>
            </a:extLst>
          </p:cNvPr>
          <p:cNvSpPr/>
          <p:nvPr/>
        </p:nvSpPr>
        <p:spPr>
          <a:xfrm>
            <a:off x="9345649" y="4654864"/>
            <a:ext cx="62998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Azure APIM</a:t>
            </a:r>
          </a:p>
        </p:txBody>
      </p:sp>
      <p:pic>
        <p:nvPicPr>
          <p:cNvPr id="56" name="Picture 6" descr="Azure Monitor | Microsoft Azure">
            <a:extLst>
              <a:ext uri="{FF2B5EF4-FFF2-40B4-BE49-F238E27FC236}">
                <a16:creationId xmlns:a16="http://schemas.microsoft.com/office/drawing/2014/main" id="{367EBF9F-851F-5081-3302-147C52D53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229" y="4854237"/>
            <a:ext cx="267852" cy="2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82F4C8B-5118-E837-9CFA-710ABE2D919C}"/>
              </a:ext>
            </a:extLst>
          </p:cNvPr>
          <p:cNvSpPr/>
          <p:nvPr/>
        </p:nvSpPr>
        <p:spPr>
          <a:xfrm>
            <a:off x="9289667" y="5163868"/>
            <a:ext cx="915275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Azure  Monitor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05D77D-42B2-E147-CDB9-38EBF3378FD7}"/>
              </a:ext>
            </a:extLst>
          </p:cNvPr>
          <p:cNvSpPr txBox="1"/>
          <p:nvPr/>
        </p:nvSpPr>
        <p:spPr>
          <a:xfrm>
            <a:off x="10800339" y="3204595"/>
            <a:ext cx="934462" cy="36933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Segoe UI"/>
                <a:ea typeface="ＭＳ Ｐゴシック" charset="0"/>
                <a:cs typeface="+mn-cs"/>
              </a:rPr>
              <a:t>Ticketing System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4C74A69-4401-F978-5D3A-4B8CB92279DC}"/>
              </a:ext>
            </a:extLst>
          </p:cNvPr>
          <p:cNvCxnSpPr>
            <a:cxnSpLocks/>
          </p:cNvCxnSpPr>
          <p:nvPr/>
        </p:nvCxnSpPr>
        <p:spPr>
          <a:xfrm flipH="1">
            <a:off x="8609552" y="3432393"/>
            <a:ext cx="470393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prstDash val="sys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DBCA894-895E-EDAA-6B90-712AFE43839B}"/>
              </a:ext>
            </a:extLst>
          </p:cNvPr>
          <p:cNvCxnSpPr>
            <a:cxnSpLocks/>
          </p:cNvCxnSpPr>
          <p:nvPr/>
        </p:nvCxnSpPr>
        <p:spPr>
          <a:xfrm flipH="1">
            <a:off x="10229804" y="3421802"/>
            <a:ext cx="470393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prstDash val="sysDash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44E851E-4D13-296C-0FEF-DB599E170956}"/>
              </a:ext>
            </a:extLst>
          </p:cNvPr>
          <p:cNvSpPr/>
          <p:nvPr/>
        </p:nvSpPr>
        <p:spPr>
          <a:xfrm>
            <a:off x="4467331" y="4648723"/>
            <a:ext cx="1726223" cy="704182"/>
          </a:xfrm>
          <a:prstGeom prst="rect">
            <a:avLst/>
          </a:prstGeom>
          <a:noFill/>
          <a:ln w="12700" cap="flat" cmpd="sng" algn="ctr">
            <a:solidFill>
              <a:srgbClr val="7030A0"/>
            </a:solidFill>
            <a:prstDash val="sysDot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1E0522D-576A-552F-C68F-BF2540A1458F}"/>
              </a:ext>
            </a:extLst>
          </p:cNvPr>
          <p:cNvSpPr/>
          <p:nvPr/>
        </p:nvSpPr>
        <p:spPr>
          <a:xfrm>
            <a:off x="9079946" y="1548223"/>
            <a:ext cx="2735590" cy="223448"/>
          </a:xfrm>
          <a:prstGeom prst="rect">
            <a:avLst/>
          </a:prstGeom>
          <a:solidFill>
            <a:srgbClr val="FFFFFF">
              <a:lumMod val="85000"/>
            </a:srgbClr>
          </a:solidFill>
          <a:ln w="6350" cap="flat" cmpd="sng" algn="ctr">
            <a:solidFill>
              <a:srgbClr val="C80000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Segoe UI"/>
                <a:ea typeface="ＭＳ Ｐゴシック" charset="0"/>
                <a:cs typeface="+mn-cs"/>
              </a:rPr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33E0B-8B4C-64A7-0B21-83E10A147E81}"/>
              </a:ext>
            </a:extLst>
          </p:cNvPr>
          <p:cNvSpPr txBox="1"/>
          <p:nvPr/>
        </p:nvSpPr>
        <p:spPr>
          <a:xfrm>
            <a:off x="6437585" y="3199223"/>
            <a:ext cx="1692000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Agent Workspace</a:t>
            </a:r>
            <a:endParaRPr kumimoji="0" lang="en-SE" sz="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Graphik" panose="020B0503030202060203" pitchFamily="34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26533"/>
      </p:ext>
    </p:extLst>
  </p:cSld>
  <p:clrMapOvr>
    <a:masterClrMapping/>
  </p:clrMapOvr>
</p:sld>
</file>

<file path=ppt/theme/theme1.xml><?xml version="1.0" encoding="utf-8"?>
<a:theme xmlns:a="http://schemas.openxmlformats.org/drawingml/2006/main" name="Highly Confidential">
  <a:themeElements>
    <a:clrScheme name="Update Avanade">
      <a:dk1>
        <a:srgbClr val="333333"/>
      </a:dk1>
      <a:lt1>
        <a:sysClr val="window" lastClr="FFFFFF"/>
      </a:lt1>
      <a:dk2>
        <a:srgbClr val="FF5800"/>
      </a:dk2>
      <a:lt2>
        <a:srgbClr val="EDEDED"/>
      </a:lt2>
      <a:accent1>
        <a:srgbClr val="FF5800"/>
      </a:accent1>
      <a:accent2>
        <a:srgbClr val="CE056A"/>
      </a:accent2>
      <a:accent3>
        <a:srgbClr val="C80000"/>
      </a:accent3>
      <a:accent4>
        <a:srgbClr val="FFB414"/>
      </a:accent4>
      <a:accent5>
        <a:srgbClr val="4B912A"/>
      </a:accent5>
      <a:accent6>
        <a:srgbClr val="008C95"/>
      </a:accent6>
      <a:hlink>
        <a:srgbClr val="FF5800"/>
      </a:hlink>
      <a:folHlink>
        <a:srgbClr val="890078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1C210104-DC78-444B-929E-FBEF4DF41226}" vid="{86462BBF-5BEE-4EB2-A154-3428CBF3A2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137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Graphik</vt:lpstr>
      <vt:lpstr>Segoe UI</vt:lpstr>
      <vt:lpstr>Segoe UI Black</vt:lpstr>
      <vt:lpstr>Segoe UI Light</vt:lpstr>
      <vt:lpstr>Segoe UI Semibold</vt:lpstr>
      <vt:lpstr>Highly Confidential</vt:lpstr>
      <vt:lpstr>Call Centre Application for Healthcare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Dubey, Rahul</dc:creator>
  <cp:lastModifiedBy>Dubey, Rahul</cp:lastModifiedBy>
  <cp:revision>2</cp:revision>
  <dcterms:created xsi:type="dcterms:W3CDTF">2024-11-27T06:18:55Z</dcterms:created>
  <dcterms:modified xsi:type="dcterms:W3CDTF">2026-03-24T07:31:31Z</dcterms:modified>
</cp:coreProperties>
</file>