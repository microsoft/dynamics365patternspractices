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63D2-4221-B02C-D88F-B0FBC4B7F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7D4CA-A44E-E1CB-C474-9B560BFF4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EB80C-3777-4C32-7746-CA12B6BF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C00F-B5AF-F7D7-B4E1-36EDD83C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B26B8-B718-AFED-BFF6-64A3D4BC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7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20B8-7EA3-53DE-DA2F-E97B4519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C9A1-9596-0803-8844-970B298CA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3DB3-F49B-837F-61F3-35B33D2B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24A72-E138-F8E1-76DC-D4F4CC2B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52B6F-B1FD-FAC1-5861-38C9BB09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8349-CF44-4013-4D13-309D9ED0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88E7B-9B77-606F-9913-6591B414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C0A18-3C48-3A68-144B-7B04321D4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4D407-D22E-8B85-9671-F7B323F6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856BC-B7DC-9B7A-9C1B-78C575E4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8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16BB-5F84-A0BC-28E3-D3AAFCC9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32863-CAAA-7CC2-7565-172D28470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6B663-CDB3-B061-F62D-3ECA76688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6680B-ECDF-9C96-EF6E-853D0194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E99A9-ACB9-B359-9BC7-0F84E94E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A857-3049-23B8-8B49-C4C0E1BA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0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F16E-47BD-F2F9-93B4-5F08FC79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D1499-316C-AC5B-3BF6-3A37375BB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0C92-486A-37FE-4523-09E1B09EF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1BEBB-14BA-70A4-8F59-8C9220D33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5FDBF-F65C-845F-FDDF-EA24C50EE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589A4-7AE8-89BA-EC8D-C383CCC2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45016-5E31-A4CF-C2AB-69868BCF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84E44-AE43-F5A8-C53B-E749D2B0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65CA-68CC-1F25-3EE4-6474B0CC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F9AAB-674B-9940-CB0C-A83AA425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43A9D-1209-6DC8-8F5C-8980D2EC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102D9-C6C7-B4FB-DA29-95E94CA0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5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C52DD-F389-B06F-CD40-4AE8EE78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A9D80-8D08-1CF0-90DA-8D2B8DC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B86F5-6058-7FDE-B12B-ECFE4A98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6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65A3-4FE9-2900-6418-03376A57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5C39-DB93-0193-CF12-C024C1D36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7005-F4CC-CF19-403E-EF11EA88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24871-429F-C436-61B5-20396956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ABA94-75C5-7522-AD08-46474795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933D2-C806-1F40-2DB9-141E1143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9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3B86-1AF5-222B-F01F-B6A447D8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4DCA5-8009-B520-3C7E-382CD9122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1CFC9-3744-A27E-D574-5330FB0BE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E386B-5A31-40F8-9FA1-4DFA5906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648E2-7BA6-D671-ED83-1E654E3F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1AE99-126B-04B6-066F-1750F8F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1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83D8-9A9F-0385-4423-37A9378F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D21D3-0040-1E1A-B7CE-6B2B3D4BE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942BC-E25D-F645-1AC6-09D9EE0F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52D2-433F-CB10-6985-D8AC49DD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CABBF-4A8E-8295-F447-4F836B03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6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FEDDD-9EA2-99C9-C8CA-06AE95F13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F3A8A-0318-A080-6E5E-3A4820396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8EB57-5B10-EC08-C197-26B19B79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B6792-5653-1B31-A0F0-7D0B9DDF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91E2-EE9C-E351-58EE-FF5E3E8D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5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53D83-EF3F-3024-81C4-E9E92BF2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31F0F-77D5-5BAC-454C-FCCE87057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5FF8A-8E36-D024-E9E3-BE38633FD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79CCD-898D-443D-A25F-04A56EABED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E734D-B4F8-47C5-AE17-DF8818D03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CAB8-C835-97B7-B7AF-03D02BA76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88E8E-F509-4514-8E85-A82D8661D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2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1574B6-6939-79BD-6068-305274F5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59" y="370586"/>
            <a:ext cx="11479881" cy="601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2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82AAF3-0515-2C3F-00CF-E43227E7D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541" y="993112"/>
            <a:ext cx="69534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9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C4DC2E-E5D6-EF74-BD23-C405CA331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42" y="242484"/>
            <a:ext cx="9581865" cy="36484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Flow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B62D84-31D7-556D-63A5-907AC16B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36" y="666255"/>
            <a:ext cx="8660879" cy="594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5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Zubair</dc:creator>
  <cp:lastModifiedBy>Muhammad Zubair</cp:lastModifiedBy>
  <cp:revision>1</cp:revision>
  <dcterms:created xsi:type="dcterms:W3CDTF">2026-03-02T19:17:46Z</dcterms:created>
  <dcterms:modified xsi:type="dcterms:W3CDTF">2026-03-02T21:23:02Z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bd588617-e656-46f0-868f-62c86156d65c</vt:lpwstr>
  </property>
  <property fmtid="{D5CDD505-2E9C-101B-9397-08002B2CF9AE}" pid="3" name="HCLClassification">
    <vt:lpwstr>HCL_Cla5s_Publ1c</vt:lpwstr>
  </property>
</Properties>
</file>