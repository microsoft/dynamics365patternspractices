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69" r:id="rId4"/>
    <p:sldId id="267" r:id="rId5"/>
    <p:sldId id="268" r:id="rId6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608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2E26B-B7F1-65E6-C11D-EECDE41F0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6C7906-12E7-D1C9-C64D-D01914DC2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4181E-CAAE-4FB4-678A-68C9D966B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AF09-4190-499E-99BF-2D3D322A14C9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CE345-A635-DBFD-D736-DA225EF83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89FB9-201B-4BD3-8FEC-901CF7EA5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F10E-BAD1-4285-817D-6821BFB0C02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9727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F81D-AD7A-2936-F543-D1C77E6EE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39E6E-0235-F26A-32F1-0E2EE8DD9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A3FA-93D5-BDF6-817E-3E5AE48F2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AF09-4190-499E-99BF-2D3D322A14C9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C8B2F-797E-EFBF-04D4-1880E87C6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70EBE-1A31-D6DA-1B99-AF603675F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F10E-BAD1-4285-817D-6821BFB0C02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53958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498FC-B81A-E98D-8E60-97D8953E4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93D3-40EE-26C2-4FA9-E0F7C3C1F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2BB28-298A-9086-B8F9-1A8ABE501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AF09-4190-499E-99BF-2D3D322A14C9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A48EF-23BA-5347-08E1-227FCDE78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AC89B-D892-DBE0-0D27-1F397C085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F10E-BAD1-4285-817D-6821BFB0C02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01952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CFBC4-3C03-5BF8-D57E-A7677EE3B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870DB-C8FF-C498-3F92-F35A45E45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C3D36-7D2E-27A1-053A-7FB7EAF2F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07CB9-5D3E-21D3-8F4B-4968BFB9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AF09-4190-499E-99BF-2D3D322A14C9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54F17-B078-236A-C3F3-0CAF73ACC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8C1F16-3039-BC5F-38D8-5C4ABA4CA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F10E-BAD1-4285-817D-6821BFB0C02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43692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1D502-A5D3-2CE6-A980-2DDF926C9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8F7D3-9C82-A581-F3FC-F5395E2E2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374338-A1D6-FB46-EB6E-731088AE4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21C50E-3E06-AC26-CDC5-1F69CEA08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BD1F55-9542-379C-7A47-4AAE0C026A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1537F7-96A4-26DC-A720-637F0C8FD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AF09-4190-499E-99BF-2D3D322A14C9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55FC21-B36C-2357-A3D6-5428A148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A04B12-266D-7E06-E6E4-29E6BF806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F10E-BAD1-4285-817D-6821BFB0C02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11718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3B872-2AAE-72ED-A85D-CDA973699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AEA940-F427-BF1A-FE12-FB813CC11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AF09-4190-499E-99BF-2D3D322A14C9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759E3A-A107-F1B0-AF68-87773FE61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A476C-629F-7536-4D1A-80E831F78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F10E-BAD1-4285-817D-6821BFB0C02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07278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88EA15-8841-EA5D-BF09-07E935A25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AF09-4190-499E-99BF-2D3D322A14C9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9FAB0C-EAA6-FBC4-DE20-8D2D9E434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DAFAF-6074-BF14-9E07-5DDC5A0FD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F10E-BAD1-4285-817D-6821BFB0C02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58830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E6A4-ABFF-FC48-4ED8-30EF1CD09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E0DE2-8E40-BFF5-AF77-18386EC55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44AC5-7556-9C7F-E5BF-EAB7497F6B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FF9AC7-22AB-974D-2F90-1298AB9B3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AF09-4190-499E-99BF-2D3D322A14C9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FFF49-F9EE-053C-6A37-65FF965B2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38E6A-0510-D681-5EEB-F64D844C7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F10E-BAD1-4285-817D-6821BFB0C02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55931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B286F-57BA-B228-1A99-F4D03B6C0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DEEBE0-C9B5-67B1-95D9-A5207DD5D4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821224-B7E2-486B-81EB-2F7CAC511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D7A6B-4313-052E-19AB-6C193C5E8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AF09-4190-499E-99BF-2D3D322A14C9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0DD43-78A5-0649-227C-45EA0B2CE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3F06D-5F14-363E-1FE0-69A715C43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F10E-BAD1-4285-817D-6821BFB0C02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47690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F7B73-1183-4298-409D-8576F45FB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20ACC9-B870-E353-C1A2-C00619EF9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D1A98-6256-6E96-8F7D-B32C2DB92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AF09-4190-499E-99BF-2D3D322A14C9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D2DB0-0D2C-7CE5-4E91-0840D2B3C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B676A-2DFB-817C-CA45-5457C5DF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F10E-BAD1-4285-817D-6821BFB0C02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51710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970F66-984A-6ADD-4FD1-9BEDF9AE9B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92C5B3-BB34-D553-E54D-2AD7C9A57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4993C-A00E-5E98-F2D0-673B092B4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AF09-4190-499E-99BF-2D3D322A14C9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808D3-4CE9-9D65-A105-D5B61FE8C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6DE63-D87D-D67D-2A59-E4074782D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F10E-BAD1-4285-817D-6821BFB0C02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51857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25254-8613-892D-53C4-767E780FD9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C37A7A-BFC7-6BC1-58CC-FBD289CAE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3BA1E-A3F9-2AAC-50CD-CDF1ACEDB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BBA9-72C4-4DF8-921F-63B9E13DC44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E1C1A-021A-6EE4-9A9E-5CB4EBF1A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553E8-725E-D0AB-E475-BB42D6DE8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AD112-8D4A-4489-A100-F1C1A702B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2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B2D19-BCF0-2D2F-BE88-531CC0FD7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75358-3498-50CD-2FB4-222AE6385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767BF-6F52-EC07-B6D7-32DAC8A52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BBA9-72C4-4DF8-921F-63B9E13DC44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4AAB8-868F-3B88-326F-B53E9644A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CAB68-5717-C77F-ABE5-7F236A058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AD112-8D4A-4489-A100-F1C1A702B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12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754A7-5AA7-3DBA-6B8B-FA72C7220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99B4D-E279-B59C-1C85-071045C31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55E0E-4B76-FD34-8977-5AB84557C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BBA9-72C4-4DF8-921F-63B9E13DC44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627E7-951A-FE04-A314-ABCBE04B4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03E3D-44F5-0B55-B1B3-6AE104E87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AD112-8D4A-4489-A100-F1C1A702B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9795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1BE0-C3C2-C801-CE37-195DD3DCE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62587-B3A1-EFA5-1B57-E65AE2A4EA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B29CB-F91C-30FC-ED79-490D4A320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757C1-651E-6B0D-FB45-9CB369E53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BBA9-72C4-4DF8-921F-63B9E13DC44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E25A1-FB02-3832-97E8-D3EAE5D03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E8E79-5836-F7A3-3CC6-F78157ED9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AD112-8D4A-4489-A100-F1C1A702B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375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FD881-FC37-B00E-346E-30D09F434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93306-0649-8FEF-64CE-F863CCACB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D893CD-1214-ECAF-6E4B-8814CC7A3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E80889-8434-6D47-7606-B9FAE6A0D5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3320DF-1E41-23F3-CDB4-AAB4450816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11F263-849D-1CC9-B729-81F04CD36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BBA9-72C4-4DF8-921F-63B9E13DC44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1A1D2A-4713-13B8-E563-7408C4D65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F6BB3D-86E4-0E4D-04D6-5C4C20D2F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AD112-8D4A-4489-A100-F1C1A702B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9658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24A95-3116-B741-10B8-26A80EE0D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F876FE-8206-A01F-B5D9-5887C45B1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BBA9-72C4-4DF8-921F-63B9E13DC44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3E395A-9CB0-F951-D68A-365B3077F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DF6826-0508-4EDE-80FF-77A0782E0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AD112-8D4A-4489-A100-F1C1A702B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591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53C1B7-F0E5-D20C-93B8-B6391909F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BBA9-72C4-4DF8-921F-63B9E13DC44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177303-8932-923F-EE7E-475213F30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17854-B18B-FAFC-BDA8-A31FDC91C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AD112-8D4A-4489-A100-F1C1A702B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458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4F87E-7686-A99C-C36A-6ACB5FABB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3E0BF-081A-EE7C-0D43-9E4DFBE24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F9ACC-566C-02AD-B7B3-47C7E853C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7E104-F1BD-76D1-5BC0-E03D6A577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BBA9-72C4-4DF8-921F-63B9E13DC44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D7835-3D98-DFC6-742D-1F89F240A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5A68B-0BB5-BD1C-CC9B-EC42EF5C6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AD112-8D4A-4489-A100-F1C1A702B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735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DD6B1-F36B-4907-0784-D6D06D587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FC57E2-8729-3E70-8E0F-D6C9BC5405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D7DF3-0D7B-FA7D-AB2B-D8BFBFAEE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E22AD-032B-E8BF-E506-4BA795C77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BBA9-72C4-4DF8-921F-63B9E13DC44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E6139-6794-A346-A557-953BA7B39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9C962-A81C-98AF-2D96-EAC7E4E97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AD112-8D4A-4489-A100-F1C1A702B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775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8BA55-07DA-2FA3-FFC0-9B5AC65B0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C4065A-E028-AE54-C19D-A8D66CFB5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527F1-01D7-C3E0-C2FB-6454592BC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BBA9-72C4-4DF8-921F-63B9E13DC44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A1636-4716-EE25-0FE1-9EB7148E5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58FA0-7B95-CD74-9830-4EFDC8403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AD112-8D4A-4489-A100-F1C1A702B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9961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45C79A-DBA1-C218-2E6C-08AD3F3F88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190DEF-5AAA-857C-CA76-2A8A584BA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67B60-C404-085E-E151-74583F8DA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BBA9-72C4-4DF8-921F-63B9E13DC44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08A06-360A-9A22-A1A4-61311A748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AE618-D138-65B8-C56B-12F448C38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AD112-8D4A-4489-A100-F1C1A702B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16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B2E4A-8221-CA8D-810E-A325400F1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F38B8-AD78-5120-2B5F-5E805166D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D51F8-821C-4041-FDE9-725EBC46F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2AAF09-4190-499E-99BF-2D3D322A14C9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61E78-11FA-2487-914E-1028D9752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8D96D-F69E-F3ED-3187-E650A8D8E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06F10E-BAD1-4285-817D-6821BFB0C02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85511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704682-FF9E-F186-4D4F-12672DFEC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5D4B6-DE1C-D442-63E2-B89862C82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CA320-20D0-DB60-3479-21BB3978B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BBBA9-72C4-4DF8-921F-63B9E13DC44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7235E-6F76-4743-5AA4-CFFFECBEF0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0108C-3DD9-65F5-C50A-43C22BCF7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BAD112-8D4A-4489-A100-F1C1A702B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867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2F837A-91C2-E94D-2B68-90DA24D3CEB1}"/>
              </a:ext>
            </a:extLst>
          </p:cNvPr>
          <p:cNvSpPr/>
          <p:nvPr/>
        </p:nvSpPr>
        <p:spPr bwMode="auto">
          <a:xfrm>
            <a:off x="4563291" y="1869622"/>
            <a:ext cx="6295596" cy="2336618"/>
          </a:xfrm>
          <a:prstGeom prst="rect">
            <a:avLst/>
          </a:prstGeom>
          <a:solidFill>
            <a:schemeClr val="bg1"/>
          </a:solidFill>
          <a:ln w="12700">
            <a:solidFill>
              <a:srgbClr val="25497B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1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6E9FB8-505E-784B-68EC-AC63FF59CCCE}"/>
              </a:ext>
            </a:extLst>
          </p:cNvPr>
          <p:cNvSpPr txBox="1"/>
          <p:nvPr/>
        </p:nvSpPr>
        <p:spPr>
          <a:xfrm>
            <a:off x="4563291" y="1869622"/>
            <a:ext cx="6295596" cy="439753"/>
          </a:xfrm>
          <a:prstGeom prst="rect">
            <a:avLst/>
          </a:prstGeom>
          <a:solidFill>
            <a:srgbClr val="25497B"/>
          </a:solidFill>
        </p:spPr>
        <p:txBody>
          <a:bodyPr wrap="square" lIns="91440" tIns="0" rIns="91440" bIns="0" rtlCol="0" anchor="ctr">
            <a:no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lt"/>
                <a:cs typeface="Segoe UI"/>
              </a:rPr>
              <a:t>Dynamics 365 / Power Apps / Microsoft Copilot Studio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DCB25A-8046-0FA9-95E2-232D0B636832}"/>
              </a:ext>
            </a:extLst>
          </p:cNvPr>
          <p:cNvSpPr/>
          <p:nvPr/>
        </p:nvSpPr>
        <p:spPr bwMode="auto">
          <a:xfrm>
            <a:off x="4759687" y="2872608"/>
            <a:ext cx="2249216" cy="1142043"/>
          </a:xfrm>
          <a:prstGeom prst="rect">
            <a:avLst/>
          </a:prstGeom>
          <a:solidFill>
            <a:schemeClr val="bg1"/>
          </a:solidFill>
          <a:ln>
            <a:solidFill>
              <a:srgbClr val="406CB9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FD9160-6CC7-D536-4CA6-637B67DFB60E}"/>
              </a:ext>
            </a:extLst>
          </p:cNvPr>
          <p:cNvSpPr txBox="1"/>
          <p:nvPr/>
        </p:nvSpPr>
        <p:spPr>
          <a:xfrm>
            <a:off x="4761185" y="2432139"/>
            <a:ext cx="2249216" cy="4401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CB1FF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lt"/>
                <a:cs typeface="Segoe UI"/>
              </a:rPr>
              <a:t>Model-driven </a:t>
            </a:r>
            <a:r>
              <a:rPr lang="en-US" sz="1100" dirty="0">
                <a:solidFill>
                  <a:srgbClr val="FFFFFF"/>
                </a:solidFill>
                <a:latin typeface="Segoe UI Semibold"/>
                <a:ea typeface="+mn-lt"/>
                <a:cs typeface="Segoe UI"/>
              </a:rPr>
              <a:t>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lt"/>
                <a:cs typeface="Segoe UI"/>
              </a:rPr>
              <a:t>pp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0F3972-1015-C1A9-DF88-C7C7CA3545F1}"/>
              </a:ext>
            </a:extLst>
          </p:cNvPr>
          <p:cNvSpPr/>
          <p:nvPr/>
        </p:nvSpPr>
        <p:spPr bwMode="auto">
          <a:xfrm>
            <a:off x="8350009" y="2875239"/>
            <a:ext cx="2318355" cy="1139412"/>
          </a:xfrm>
          <a:prstGeom prst="rect">
            <a:avLst/>
          </a:prstGeom>
          <a:solidFill>
            <a:schemeClr val="bg1"/>
          </a:solidFill>
          <a:ln>
            <a:solidFill>
              <a:srgbClr val="406CB9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409044-CDEC-C393-994B-8F1CE3F5C62C}"/>
              </a:ext>
            </a:extLst>
          </p:cNvPr>
          <p:cNvSpPr txBox="1"/>
          <p:nvPr/>
        </p:nvSpPr>
        <p:spPr>
          <a:xfrm>
            <a:off x="8350012" y="2432032"/>
            <a:ext cx="2318354" cy="4401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CB1FF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marL="0" marR="0" lvl="0" indent="0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lt"/>
                <a:cs typeface="Segoe UI"/>
              </a:rPr>
              <a:t>    Microsoft Copilot Studio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EDA3D16-2CB6-6261-5685-B6FD19BDFCA6}"/>
              </a:ext>
            </a:extLst>
          </p:cNvPr>
          <p:cNvGrpSpPr/>
          <p:nvPr/>
        </p:nvGrpSpPr>
        <p:grpSpPr>
          <a:xfrm>
            <a:off x="10293080" y="2503751"/>
            <a:ext cx="299303" cy="297959"/>
            <a:chOff x="9587647" y="1406375"/>
            <a:chExt cx="299303" cy="29795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518EAA5-4B85-09B5-9A9B-AAAF29C624A8}"/>
                </a:ext>
              </a:extLst>
            </p:cNvPr>
            <p:cNvSpPr/>
            <p:nvPr/>
          </p:nvSpPr>
          <p:spPr bwMode="auto">
            <a:xfrm>
              <a:off x="9587647" y="1406375"/>
              <a:ext cx="299303" cy="2979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6BD9C08-5373-B956-B5CD-1B327177E3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642048" y="1460103"/>
              <a:ext cx="190500" cy="200025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8B1B650-4E59-7470-875C-E402573C6C7A}"/>
              </a:ext>
            </a:extLst>
          </p:cNvPr>
          <p:cNvSpPr/>
          <p:nvPr/>
        </p:nvSpPr>
        <p:spPr bwMode="auto">
          <a:xfrm>
            <a:off x="8521307" y="3033822"/>
            <a:ext cx="1975757" cy="83278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Custom agent</a:t>
            </a:r>
            <a:endParaRPr kumimoji="0" lang="en-US" sz="900" b="1" i="1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C3FF93-073C-1130-7899-7C3E5F62BEDC}"/>
              </a:ext>
            </a:extLst>
          </p:cNvPr>
          <p:cNvSpPr/>
          <p:nvPr/>
        </p:nvSpPr>
        <p:spPr bwMode="auto">
          <a:xfrm>
            <a:off x="4903755" y="3033822"/>
            <a:ext cx="1961080" cy="83278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900" b="1" dirty="0">
                <a:solidFill>
                  <a:schemeClr val="tx1"/>
                </a:solidFill>
              </a:rPr>
              <a:t>Form in Dynamics 365</a:t>
            </a:r>
          </a:p>
          <a:p>
            <a:pPr lvl="0" algn="ctr">
              <a:defRPr/>
            </a:pPr>
            <a:endParaRPr kumimoji="0" lang="en-US" sz="900" b="1" i="1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algn="ctr">
              <a:defRPr/>
            </a:pPr>
            <a:r>
              <a:rPr kumimoji="0" lang="en-US" sz="90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Power Apps component framework (PCF) control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F771747-D2DE-A1DC-67A2-ED841D2B33B7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7008903" y="3443630"/>
            <a:ext cx="1341106" cy="1315"/>
          </a:xfrm>
          <a:prstGeom prst="straightConnector1">
            <a:avLst/>
          </a:prstGeom>
          <a:ln w="19050">
            <a:solidFill>
              <a:srgbClr val="7F7F7F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A7159C8-D120-536A-BAEF-79F396E5D2C9}"/>
              </a:ext>
            </a:extLst>
          </p:cNvPr>
          <p:cNvSpPr txBox="1"/>
          <p:nvPr/>
        </p:nvSpPr>
        <p:spPr>
          <a:xfrm>
            <a:off x="7349025" y="2872222"/>
            <a:ext cx="724422" cy="113941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algn="ctr">
              <a:lnSpc>
                <a:spcPct val="90000"/>
              </a:lnSpc>
              <a:spcAft>
                <a:spcPts val="600"/>
              </a:spcAft>
              <a:defRPr sz="10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</a:t>
            </a:r>
            <a:b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365</a:t>
            </a:r>
            <a:b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Agents</a:t>
            </a:r>
            <a:b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SDK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428713-238D-5DF4-C89E-E356705043D0}"/>
              </a:ext>
            </a:extLst>
          </p:cNvPr>
          <p:cNvSpPr/>
          <p:nvPr/>
        </p:nvSpPr>
        <p:spPr bwMode="auto">
          <a:xfrm>
            <a:off x="801291" y="2880507"/>
            <a:ext cx="2249216" cy="1142043"/>
          </a:xfrm>
          <a:prstGeom prst="rect">
            <a:avLst/>
          </a:prstGeom>
          <a:solidFill>
            <a:schemeClr val="bg1"/>
          </a:solidFill>
          <a:ln>
            <a:solidFill>
              <a:srgbClr val="406CB9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D00CAF5-FD24-4B17-143E-5134C7D49DF9}"/>
              </a:ext>
            </a:extLst>
          </p:cNvPr>
          <p:cNvCxnSpPr>
            <a:cxnSpLocks/>
            <a:stCxn id="17" idx="3"/>
            <a:endCxn id="6" idx="1"/>
          </p:cNvCxnSpPr>
          <p:nvPr/>
        </p:nvCxnSpPr>
        <p:spPr>
          <a:xfrm flipV="1">
            <a:off x="3050507" y="3443630"/>
            <a:ext cx="1709180" cy="7899"/>
          </a:xfrm>
          <a:prstGeom prst="straightConnector1">
            <a:avLst/>
          </a:prstGeom>
          <a:ln w="19050">
            <a:solidFill>
              <a:srgbClr val="7F7F7F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B57DB19-745C-4C3D-D6FA-CD81EA3E88B0}"/>
              </a:ext>
            </a:extLst>
          </p:cNvPr>
          <p:cNvSpPr txBox="1"/>
          <p:nvPr/>
        </p:nvSpPr>
        <p:spPr>
          <a:xfrm>
            <a:off x="3387637" y="2880507"/>
            <a:ext cx="933926" cy="113941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algn="ctr">
              <a:lnSpc>
                <a:spcPct val="90000"/>
              </a:lnSpc>
              <a:spcAft>
                <a:spcPts val="600"/>
              </a:spcAft>
              <a:defRPr sz="10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</a:t>
            </a:r>
            <a:b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Authentication</a:t>
            </a:r>
            <a:b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Library</a:t>
            </a:r>
            <a:b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(MSAL)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88341A-D677-BE1A-3554-B4C14B8F67D0}"/>
              </a:ext>
            </a:extLst>
          </p:cNvPr>
          <p:cNvSpPr/>
          <p:nvPr/>
        </p:nvSpPr>
        <p:spPr bwMode="auto">
          <a:xfrm>
            <a:off x="945359" y="3025535"/>
            <a:ext cx="1961080" cy="83278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900" b="1" dirty="0">
                <a:solidFill>
                  <a:schemeClr val="tx1"/>
                </a:solidFill>
              </a:rPr>
              <a:t>Public Client Application Registration</a:t>
            </a:r>
            <a:endParaRPr kumimoji="0" lang="en-US" sz="900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C5E1CA-B9D2-5D7E-1C2D-01976BCF947C}"/>
              </a:ext>
            </a:extLst>
          </p:cNvPr>
          <p:cNvSpPr txBox="1"/>
          <p:nvPr/>
        </p:nvSpPr>
        <p:spPr>
          <a:xfrm>
            <a:off x="801291" y="2440317"/>
            <a:ext cx="2249216" cy="4401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CB1FF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lt"/>
                <a:cs typeface="Segoe UI"/>
              </a:rPr>
              <a:t>Microsoft Entra ID</a:t>
            </a:r>
          </a:p>
        </p:txBody>
      </p:sp>
      <p:pic>
        <p:nvPicPr>
          <p:cNvPr id="22" name="Graphic 21" descr="Badge 1 with solid fill">
            <a:extLst>
              <a:ext uri="{FF2B5EF4-FFF2-40B4-BE49-F238E27FC236}">
                <a16:creationId xmlns:a16="http://schemas.microsoft.com/office/drawing/2014/main" id="{AAE001FE-46FB-8522-A11E-F34B6BA48A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8600" y="2624503"/>
            <a:ext cx="252000" cy="252000"/>
          </a:xfrm>
          <a:prstGeom prst="rect">
            <a:avLst/>
          </a:prstGeom>
        </p:spPr>
      </p:pic>
      <p:pic>
        <p:nvPicPr>
          <p:cNvPr id="23" name="Graphic 22" descr="Badge with solid fill">
            <a:extLst>
              <a:ext uri="{FF2B5EF4-FFF2-40B4-BE49-F238E27FC236}">
                <a16:creationId xmlns:a16="http://schemas.microsoft.com/office/drawing/2014/main" id="{C1A06E8A-8D9F-EEB1-DC84-EDB0918FCD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5089" y="2620222"/>
            <a:ext cx="252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378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2C16AC-5AF7-B259-6ED2-608B6C8D0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82" y="1790616"/>
            <a:ext cx="11398836" cy="327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100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6B88C2B-6F7F-21CC-2BD1-DC0087BE6B3D}"/>
              </a:ext>
            </a:extLst>
          </p:cNvPr>
          <p:cNvGrpSpPr/>
          <p:nvPr/>
        </p:nvGrpSpPr>
        <p:grpSpPr>
          <a:xfrm>
            <a:off x="1104374" y="209950"/>
            <a:ext cx="9059903" cy="6455526"/>
            <a:chOff x="1104374" y="209950"/>
            <a:chExt cx="9059903" cy="645552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96E63FB-D654-C196-DAE3-7950EEF67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4374" y="209950"/>
              <a:ext cx="9059903" cy="645552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4F9557F-B8B9-1B34-EE15-34A902EA0EC1}"/>
                </a:ext>
              </a:extLst>
            </p:cNvPr>
            <p:cNvSpPr/>
            <p:nvPr/>
          </p:nvSpPr>
          <p:spPr>
            <a:xfrm>
              <a:off x="5025508" y="1955990"/>
              <a:ext cx="2054561" cy="508536"/>
            </a:xfrm>
            <a:prstGeom prst="rect">
              <a:avLst/>
            </a:prstGeom>
            <a:noFill/>
            <a:ln w="57150">
              <a:solidFill>
                <a:srgbClr val="31E71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3626845-90D9-771C-2EC0-62F6B72F7B2C}"/>
                </a:ext>
              </a:extLst>
            </p:cNvPr>
            <p:cNvSpPr/>
            <p:nvPr/>
          </p:nvSpPr>
          <p:spPr>
            <a:xfrm>
              <a:off x="5025508" y="3210024"/>
              <a:ext cx="2054561" cy="518579"/>
            </a:xfrm>
            <a:prstGeom prst="rect">
              <a:avLst/>
            </a:prstGeom>
            <a:noFill/>
            <a:ln w="57150">
              <a:solidFill>
                <a:srgbClr val="31E71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5E3F52B-4238-0C15-23B0-410F1DC16CEE}"/>
                </a:ext>
              </a:extLst>
            </p:cNvPr>
            <p:cNvSpPr/>
            <p:nvPr/>
          </p:nvSpPr>
          <p:spPr>
            <a:xfrm>
              <a:off x="5025507" y="3728603"/>
              <a:ext cx="2054561" cy="490675"/>
            </a:xfrm>
            <a:prstGeom prst="rect">
              <a:avLst/>
            </a:prstGeom>
            <a:noFill/>
            <a:ln w="57150">
              <a:solidFill>
                <a:srgbClr val="31E71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B70072-8DF0-A77A-FFB2-3F757308E956}"/>
                </a:ext>
              </a:extLst>
            </p:cNvPr>
            <p:cNvSpPr/>
            <p:nvPr/>
          </p:nvSpPr>
          <p:spPr>
            <a:xfrm>
              <a:off x="5025506" y="4856363"/>
              <a:ext cx="2054561" cy="1222220"/>
            </a:xfrm>
            <a:prstGeom prst="rect">
              <a:avLst/>
            </a:prstGeom>
            <a:noFill/>
            <a:ln w="57150">
              <a:solidFill>
                <a:srgbClr val="31E71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294CC47-439D-2659-48AD-7F2F54F6C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3230" y="2078988"/>
              <a:ext cx="2672915" cy="630875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FACF8F3-CC8A-7F95-69BE-54374646C4C1}"/>
                </a:ext>
              </a:extLst>
            </p:cNvPr>
            <p:cNvSpPr txBox="1"/>
            <p:nvPr/>
          </p:nvSpPr>
          <p:spPr>
            <a:xfrm>
              <a:off x="4650377" y="2031441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1E717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74966F8-6606-C769-7B1E-DA016ECCB9AD}"/>
                </a:ext>
              </a:extLst>
            </p:cNvPr>
            <p:cNvSpPr txBox="1"/>
            <p:nvPr/>
          </p:nvSpPr>
          <p:spPr>
            <a:xfrm>
              <a:off x="4595420" y="354393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1E717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34E10D9-6109-A5DC-EC56-F77551E1D882}"/>
                </a:ext>
              </a:extLst>
            </p:cNvPr>
            <p:cNvSpPr txBox="1"/>
            <p:nvPr/>
          </p:nvSpPr>
          <p:spPr>
            <a:xfrm>
              <a:off x="4595420" y="518818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1E717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535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CA68250-0759-3F68-CEFA-75C386D188B3}"/>
              </a:ext>
            </a:extLst>
          </p:cNvPr>
          <p:cNvGrpSpPr/>
          <p:nvPr/>
        </p:nvGrpSpPr>
        <p:grpSpPr>
          <a:xfrm>
            <a:off x="160472" y="363981"/>
            <a:ext cx="11871055" cy="5853939"/>
            <a:chOff x="160472" y="363981"/>
            <a:chExt cx="11871055" cy="585393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AE0662C-303D-1160-993E-F57FC76C5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0472" y="363981"/>
              <a:ext cx="11871055" cy="585393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3724F4B-30AE-1407-D37C-0888114C79F2}"/>
                </a:ext>
              </a:extLst>
            </p:cNvPr>
            <p:cNvSpPr/>
            <p:nvPr/>
          </p:nvSpPr>
          <p:spPr>
            <a:xfrm>
              <a:off x="9546886" y="1568918"/>
              <a:ext cx="2156059" cy="577516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4DF9EC7-54BC-F68A-E26C-FA8F1E28960C}"/>
                </a:ext>
              </a:extLst>
            </p:cNvPr>
            <p:cNvSpPr/>
            <p:nvPr/>
          </p:nvSpPr>
          <p:spPr>
            <a:xfrm>
              <a:off x="3089988" y="1788008"/>
              <a:ext cx="6001761" cy="3785478"/>
            </a:xfrm>
            <a:prstGeom prst="rect">
              <a:avLst/>
            </a:prstGeom>
            <a:noFill/>
            <a:ln w="57150">
              <a:solidFill>
                <a:srgbClr val="31E71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1488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55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Segoe UI</vt:lpstr>
      <vt:lpstr>Segoe UI Semibold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 Dupont (DK)</dc:creator>
  <cp:lastModifiedBy>Eva Dupont (DK)</cp:lastModifiedBy>
  <cp:revision>2</cp:revision>
  <dcterms:created xsi:type="dcterms:W3CDTF">2026-04-22T09:09:34Z</dcterms:created>
  <dcterms:modified xsi:type="dcterms:W3CDTF">2026-04-22T09:20:06Z</dcterms:modified>
</cp:coreProperties>
</file>